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theme/themeOverride2.xml" ContentType="application/vnd.openxmlformats-officedocument.themeOverr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heme/themeOverride3.xml" ContentType="application/vnd.openxmlformats-officedocument.themeOverride+xml"/>
  <Override PartName="/ppt/theme/themeOverride4.xml" ContentType="application/vnd.openxmlformats-officedocument.themeOverr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heme/themeOverride5.xml" ContentType="application/vnd.openxmlformats-officedocument.themeOverride+xml"/>
  <Override PartName="/ppt/notesSlides/notesSlide2.xml" ContentType="application/vnd.openxmlformats-officedocument.presentationml.notesSl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heme/themeOverride9.xml" ContentType="application/vnd.openxmlformats-officedocument.themeOverride+xml"/>
  <Override PartName="/ppt/theme/themeOverride10.xml" ContentType="application/vnd.openxmlformats-officedocument.themeOverride+xml"/>
  <Override PartName="/ppt/theme/themeOverride11.xml" ContentType="application/vnd.openxmlformats-officedocument.themeOverride+xml"/>
  <Override PartName="/ppt/theme/themeOverride12.xml" ContentType="application/vnd.openxmlformats-officedocument.themeOverride+xml"/>
  <Override PartName="/ppt/theme/themeOverride13.xml" ContentType="application/vnd.openxmlformats-officedocument.themeOverride+xml"/>
  <Override PartName="/ppt/theme/themeOverride14.xml" ContentType="application/vnd.openxmlformats-officedocument.themeOverr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theme/themeOverride15.xml" ContentType="application/vnd.openxmlformats-officedocument.themeOverride+xml"/>
  <Override PartName="/ppt/theme/themeOverride16.xml" ContentType="application/vnd.openxmlformats-officedocument.themeOverr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 id="2147483684" r:id="rId3"/>
    <p:sldMasterId id="2147483696" r:id="rId4"/>
  </p:sldMasterIdLst>
  <p:notesMasterIdLst>
    <p:notesMasterId r:id="rId32"/>
  </p:notesMasterIdLst>
  <p:sldIdLst>
    <p:sldId id="260" r:id="rId5"/>
    <p:sldId id="257" r:id="rId6"/>
    <p:sldId id="634" r:id="rId7"/>
    <p:sldId id="265" r:id="rId8"/>
    <p:sldId id="266" r:id="rId9"/>
    <p:sldId id="267" r:id="rId10"/>
    <p:sldId id="283" r:id="rId11"/>
    <p:sldId id="284" r:id="rId12"/>
    <p:sldId id="285" r:id="rId13"/>
    <p:sldId id="286" r:id="rId14"/>
    <p:sldId id="633" r:id="rId15"/>
    <p:sldId id="337" r:id="rId16"/>
    <p:sldId id="292" r:id="rId17"/>
    <p:sldId id="289" r:id="rId18"/>
    <p:sldId id="294" r:id="rId19"/>
    <p:sldId id="295" r:id="rId20"/>
    <p:sldId id="259" r:id="rId21"/>
    <p:sldId id="264" r:id="rId22"/>
    <p:sldId id="296" r:id="rId23"/>
    <p:sldId id="297" r:id="rId24"/>
    <p:sldId id="298" r:id="rId25"/>
    <p:sldId id="272" r:id="rId26"/>
    <p:sldId id="299" r:id="rId27"/>
    <p:sldId id="262" r:id="rId28"/>
    <p:sldId id="300" r:id="rId29"/>
    <p:sldId id="301" r:id="rId30"/>
    <p:sldId id="632" r:id="rId31"/>
  </p:sldIdLst>
  <p:sldSz cx="12192000" cy="6858000"/>
  <p:notesSz cx="6858000" cy="9144000"/>
  <p:custDataLst>
    <p:tags r:id="rId3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EEA5C50-EC7F-4677-9E6B-C6A65164432E}" v="1" dt="2025-11-26T09:51:29.2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8" d="100"/>
          <a:sy n="88" d="100"/>
        </p:scale>
        <p:origin x="859"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5/10/relationships/revisionInfo" Target="revisionInfo.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gs" Target="tags/tag1.xml"/><Relationship Id="rId38"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slideMaster" Target="slideMasters/slideMaster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ck Touati" userId="3dd9facd-56ab-4a95-b325-5e059eef8009" providerId="ADAL" clId="{EEEA5C50-EC7F-4677-9E6B-C6A65164432E}"/>
    <pc:docChg chg="addSld delSld modSld delMainMaster">
      <pc:chgData name="Nick Touati" userId="3dd9facd-56ab-4a95-b325-5e059eef8009" providerId="ADAL" clId="{EEEA5C50-EC7F-4677-9E6B-C6A65164432E}" dt="2025-11-26T10:06:44.545" v="79" actId="20577"/>
      <pc:docMkLst>
        <pc:docMk/>
      </pc:docMkLst>
      <pc:sldChg chg="modSp mod">
        <pc:chgData name="Nick Touati" userId="3dd9facd-56ab-4a95-b325-5e059eef8009" providerId="ADAL" clId="{EEEA5C50-EC7F-4677-9E6B-C6A65164432E}" dt="2025-11-26T10:05:41.845" v="67" actId="20577"/>
        <pc:sldMkLst>
          <pc:docMk/>
          <pc:sldMk cId="527722019" sldId="266"/>
        </pc:sldMkLst>
        <pc:spChg chg="mod">
          <ac:chgData name="Nick Touati" userId="3dd9facd-56ab-4a95-b325-5e059eef8009" providerId="ADAL" clId="{EEEA5C50-EC7F-4677-9E6B-C6A65164432E}" dt="2025-11-26T10:05:41.845" v="67" actId="20577"/>
          <ac:spMkLst>
            <pc:docMk/>
            <pc:sldMk cId="527722019" sldId="266"/>
            <ac:spMk id="2" creationId="{88DC6057-3F26-CD36-03C4-31879EF2E2C1}"/>
          </ac:spMkLst>
        </pc:spChg>
      </pc:sldChg>
      <pc:sldChg chg="modSp mod">
        <pc:chgData name="Nick Touati" userId="3dd9facd-56ab-4a95-b325-5e059eef8009" providerId="ADAL" clId="{EEEA5C50-EC7F-4677-9E6B-C6A65164432E}" dt="2025-11-26T10:05:35.696" v="65" actId="20577"/>
        <pc:sldMkLst>
          <pc:docMk/>
          <pc:sldMk cId="0" sldId="267"/>
        </pc:sldMkLst>
        <pc:spChg chg="mod">
          <ac:chgData name="Nick Touati" userId="3dd9facd-56ab-4a95-b325-5e059eef8009" providerId="ADAL" clId="{EEEA5C50-EC7F-4677-9E6B-C6A65164432E}" dt="2025-11-26T10:05:35.696" v="65" actId="20577"/>
          <ac:spMkLst>
            <pc:docMk/>
            <pc:sldMk cId="0" sldId="267"/>
            <ac:spMk id="8" creationId="{00000000-0000-0000-0000-000000000000}"/>
          </ac:spMkLst>
        </pc:spChg>
      </pc:sldChg>
      <pc:sldChg chg="del">
        <pc:chgData name="Nick Touati" userId="3dd9facd-56ab-4a95-b325-5e059eef8009" providerId="ADAL" clId="{EEEA5C50-EC7F-4677-9E6B-C6A65164432E}" dt="2025-11-26T10:05:22.410" v="63" actId="2696"/>
        <pc:sldMkLst>
          <pc:docMk/>
          <pc:sldMk cId="4290873939" sldId="269"/>
        </pc:sldMkLst>
      </pc:sldChg>
      <pc:sldChg chg="modSp mod">
        <pc:chgData name="Nick Touati" userId="3dd9facd-56ab-4a95-b325-5e059eef8009" providerId="ADAL" clId="{EEEA5C50-EC7F-4677-9E6B-C6A65164432E}" dt="2025-11-26T10:05:51.502" v="69" actId="20577"/>
        <pc:sldMkLst>
          <pc:docMk/>
          <pc:sldMk cId="0" sldId="284"/>
        </pc:sldMkLst>
        <pc:spChg chg="mod">
          <ac:chgData name="Nick Touati" userId="3dd9facd-56ab-4a95-b325-5e059eef8009" providerId="ADAL" clId="{EEEA5C50-EC7F-4677-9E6B-C6A65164432E}" dt="2025-11-26T10:05:51.502" v="69" actId="20577"/>
          <ac:spMkLst>
            <pc:docMk/>
            <pc:sldMk cId="0" sldId="284"/>
            <ac:spMk id="8" creationId="{00000000-0000-0000-0000-000000000000}"/>
          </ac:spMkLst>
        </pc:spChg>
      </pc:sldChg>
      <pc:sldChg chg="modSp mod">
        <pc:chgData name="Nick Touati" userId="3dd9facd-56ab-4a95-b325-5e059eef8009" providerId="ADAL" clId="{EEEA5C50-EC7F-4677-9E6B-C6A65164432E}" dt="2025-11-26T10:05:56.259" v="71" actId="20577"/>
        <pc:sldMkLst>
          <pc:docMk/>
          <pc:sldMk cId="0" sldId="286"/>
        </pc:sldMkLst>
        <pc:spChg chg="mod">
          <ac:chgData name="Nick Touati" userId="3dd9facd-56ab-4a95-b325-5e059eef8009" providerId="ADAL" clId="{EEEA5C50-EC7F-4677-9E6B-C6A65164432E}" dt="2025-11-26T10:05:56.259" v="71" actId="20577"/>
          <ac:spMkLst>
            <pc:docMk/>
            <pc:sldMk cId="0" sldId="286"/>
            <ac:spMk id="8" creationId="{00000000-0000-0000-0000-000000000000}"/>
          </ac:spMkLst>
        </pc:spChg>
      </pc:sldChg>
      <pc:sldChg chg="modSp mod">
        <pc:chgData name="Nick Touati" userId="3dd9facd-56ab-4a95-b325-5e059eef8009" providerId="ADAL" clId="{EEEA5C50-EC7F-4677-9E6B-C6A65164432E}" dt="2025-11-26T10:06:13.530" v="73" actId="20577"/>
        <pc:sldMkLst>
          <pc:docMk/>
          <pc:sldMk cId="0" sldId="294"/>
        </pc:sldMkLst>
        <pc:spChg chg="mod">
          <ac:chgData name="Nick Touati" userId="3dd9facd-56ab-4a95-b325-5e059eef8009" providerId="ADAL" clId="{EEEA5C50-EC7F-4677-9E6B-C6A65164432E}" dt="2025-11-26T10:06:13.530" v="73" actId="20577"/>
          <ac:spMkLst>
            <pc:docMk/>
            <pc:sldMk cId="0" sldId="294"/>
            <ac:spMk id="8" creationId="{00000000-0000-0000-0000-000000000000}"/>
          </ac:spMkLst>
        </pc:spChg>
      </pc:sldChg>
      <pc:sldChg chg="modSp mod">
        <pc:chgData name="Nick Touati" userId="3dd9facd-56ab-4a95-b325-5e059eef8009" providerId="ADAL" clId="{EEEA5C50-EC7F-4677-9E6B-C6A65164432E}" dt="2025-11-26T10:06:31.405" v="75" actId="20577"/>
        <pc:sldMkLst>
          <pc:docMk/>
          <pc:sldMk cId="2856372056" sldId="299"/>
        </pc:sldMkLst>
        <pc:spChg chg="mod">
          <ac:chgData name="Nick Touati" userId="3dd9facd-56ab-4a95-b325-5e059eef8009" providerId="ADAL" clId="{EEEA5C50-EC7F-4677-9E6B-C6A65164432E}" dt="2025-11-26T10:06:31.405" v="75" actId="20577"/>
          <ac:spMkLst>
            <pc:docMk/>
            <pc:sldMk cId="2856372056" sldId="299"/>
            <ac:spMk id="8" creationId="{00000000-0000-0000-0000-000000000000}"/>
          </ac:spMkLst>
        </pc:spChg>
      </pc:sldChg>
      <pc:sldChg chg="modSp mod">
        <pc:chgData name="Nick Touati" userId="3dd9facd-56ab-4a95-b325-5e059eef8009" providerId="ADAL" clId="{EEEA5C50-EC7F-4677-9E6B-C6A65164432E}" dt="2025-11-26T10:06:44.545" v="79" actId="20577"/>
        <pc:sldMkLst>
          <pc:docMk/>
          <pc:sldMk cId="58408899" sldId="632"/>
        </pc:sldMkLst>
        <pc:spChg chg="mod">
          <ac:chgData name="Nick Touati" userId="3dd9facd-56ab-4a95-b325-5e059eef8009" providerId="ADAL" clId="{EEEA5C50-EC7F-4677-9E6B-C6A65164432E}" dt="2025-11-26T10:06:44.545" v="79" actId="20577"/>
          <ac:spMkLst>
            <pc:docMk/>
            <pc:sldMk cId="58408899" sldId="632"/>
            <ac:spMk id="2" creationId="{88DC6057-3F26-CD36-03C4-31879EF2E2C1}"/>
          </ac:spMkLst>
        </pc:spChg>
      </pc:sldChg>
      <pc:sldChg chg="addSp delSp modSp add mod">
        <pc:chgData name="Nick Touati" userId="3dd9facd-56ab-4a95-b325-5e059eef8009" providerId="ADAL" clId="{EEEA5C50-EC7F-4677-9E6B-C6A65164432E}" dt="2025-11-26T10:05:07.110" v="62" actId="14100"/>
        <pc:sldMkLst>
          <pc:docMk/>
          <pc:sldMk cId="0" sldId="634"/>
        </pc:sldMkLst>
        <pc:spChg chg="mod">
          <ac:chgData name="Nick Touati" userId="3dd9facd-56ab-4a95-b325-5e059eef8009" providerId="ADAL" clId="{EEEA5C50-EC7F-4677-9E6B-C6A65164432E}" dt="2025-11-26T10:05:07.110" v="62" actId="14100"/>
          <ac:spMkLst>
            <pc:docMk/>
            <pc:sldMk cId="0" sldId="634"/>
            <ac:spMk id="8" creationId="{00000000-0000-0000-0000-000000000000}"/>
          </ac:spMkLst>
        </pc:spChg>
        <pc:spChg chg="del mod">
          <ac:chgData name="Nick Touati" userId="3dd9facd-56ab-4a95-b325-5e059eef8009" providerId="ADAL" clId="{EEEA5C50-EC7F-4677-9E6B-C6A65164432E}" dt="2025-11-26T10:04:33.586" v="7"/>
          <ac:spMkLst>
            <pc:docMk/>
            <pc:sldMk cId="0" sldId="634"/>
            <ac:spMk id="11" creationId="{00000000-0000-0000-0000-000000000000}"/>
          </ac:spMkLst>
        </pc:spChg>
        <pc:grpChg chg="mod">
          <ac:chgData name="Nick Touati" userId="3dd9facd-56ab-4a95-b325-5e059eef8009" providerId="ADAL" clId="{EEEA5C50-EC7F-4677-9E6B-C6A65164432E}" dt="2025-11-26T10:04:28.459" v="4" actId="14100"/>
          <ac:grpSpMkLst>
            <pc:docMk/>
            <pc:sldMk cId="0" sldId="634"/>
            <ac:grpSpMk id="2" creationId="{00000000-0000-0000-0000-000000000000}"/>
          </ac:grpSpMkLst>
        </pc:grpChg>
        <pc:picChg chg="add mod">
          <ac:chgData name="Nick Touati" userId="3dd9facd-56ab-4a95-b325-5e059eef8009" providerId="ADAL" clId="{EEEA5C50-EC7F-4677-9E6B-C6A65164432E}" dt="2025-11-26T10:04:32.891" v="5" actId="1076"/>
          <ac:picMkLst>
            <pc:docMk/>
            <pc:sldMk cId="0" sldId="634"/>
            <ac:picMk id="21" creationId="{FA284995-208B-E9A6-0FD8-242E5CC47CC2}"/>
          </ac:picMkLst>
        </pc:picChg>
      </pc:sldChg>
      <pc:sldMasterChg chg="del delSldLayout">
        <pc:chgData name="Nick Touati" userId="3dd9facd-56ab-4a95-b325-5e059eef8009" providerId="ADAL" clId="{EEEA5C50-EC7F-4677-9E6B-C6A65164432E}" dt="2025-11-26T10:05:22.410" v="63" actId="2696"/>
        <pc:sldMasterMkLst>
          <pc:docMk/>
          <pc:sldMasterMk cId="1394837194" sldId="2147483708"/>
        </pc:sldMasterMkLst>
        <pc:sldLayoutChg chg="del">
          <pc:chgData name="Nick Touati" userId="3dd9facd-56ab-4a95-b325-5e059eef8009" providerId="ADAL" clId="{EEEA5C50-EC7F-4677-9E6B-C6A65164432E}" dt="2025-11-26T10:05:22.410" v="63" actId="2696"/>
          <pc:sldLayoutMkLst>
            <pc:docMk/>
            <pc:sldMasterMk cId="1394837194" sldId="2147483708"/>
            <pc:sldLayoutMk cId="3437696081" sldId="2147483709"/>
          </pc:sldLayoutMkLst>
        </pc:sldLayoutChg>
        <pc:sldLayoutChg chg="del">
          <pc:chgData name="Nick Touati" userId="3dd9facd-56ab-4a95-b325-5e059eef8009" providerId="ADAL" clId="{EEEA5C50-EC7F-4677-9E6B-C6A65164432E}" dt="2025-11-26T10:05:22.410" v="63" actId="2696"/>
          <pc:sldLayoutMkLst>
            <pc:docMk/>
            <pc:sldMasterMk cId="1394837194" sldId="2147483708"/>
            <pc:sldLayoutMk cId="784578942" sldId="2147483710"/>
          </pc:sldLayoutMkLst>
        </pc:sldLayoutChg>
        <pc:sldLayoutChg chg="del">
          <pc:chgData name="Nick Touati" userId="3dd9facd-56ab-4a95-b325-5e059eef8009" providerId="ADAL" clId="{EEEA5C50-EC7F-4677-9E6B-C6A65164432E}" dt="2025-11-26T10:05:22.410" v="63" actId="2696"/>
          <pc:sldLayoutMkLst>
            <pc:docMk/>
            <pc:sldMasterMk cId="1394837194" sldId="2147483708"/>
            <pc:sldLayoutMk cId="802052480" sldId="2147483711"/>
          </pc:sldLayoutMkLst>
        </pc:sldLayoutChg>
        <pc:sldLayoutChg chg="del">
          <pc:chgData name="Nick Touati" userId="3dd9facd-56ab-4a95-b325-5e059eef8009" providerId="ADAL" clId="{EEEA5C50-EC7F-4677-9E6B-C6A65164432E}" dt="2025-11-26T10:05:22.410" v="63" actId="2696"/>
          <pc:sldLayoutMkLst>
            <pc:docMk/>
            <pc:sldMasterMk cId="1394837194" sldId="2147483708"/>
            <pc:sldLayoutMk cId="920673481" sldId="2147483712"/>
          </pc:sldLayoutMkLst>
        </pc:sldLayoutChg>
        <pc:sldLayoutChg chg="del">
          <pc:chgData name="Nick Touati" userId="3dd9facd-56ab-4a95-b325-5e059eef8009" providerId="ADAL" clId="{EEEA5C50-EC7F-4677-9E6B-C6A65164432E}" dt="2025-11-26T10:05:22.410" v="63" actId="2696"/>
          <pc:sldLayoutMkLst>
            <pc:docMk/>
            <pc:sldMasterMk cId="1394837194" sldId="2147483708"/>
            <pc:sldLayoutMk cId="547178787" sldId="2147483713"/>
          </pc:sldLayoutMkLst>
        </pc:sldLayoutChg>
        <pc:sldLayoutChg chg="del">
          <pc:chgData name="Nick Touati" userId="3dd9facd-56ab-4a95-b325-5e059eef8009" providerId="ADAL" clId="{EEEA5C50-EC7F-4677-9E6B-C6A65164432E}" dt="2025-11-26T10:05:22.410" v="63" actId="2696"/>
          <pc:sldLayoutMkLst>
            <pc:docMk/>
            <pc:sldMasterMk cId="1394837194" sldId="2147483708"/>
            <pc:sldLayoutMk cId="691780579" sldId="2147483714"/>
          </pc:sldLayoutMkLst>
        </pc:sldLayoutChg>
        <pc:sldLayoutChg chg="del">
          <pc:chgData name="Nick Touati" userId="3dd9facd-56ab-4a95-b325-5e059eef8009" providerId="ADAL" clId="{EEEA5C50-EC7F-4677-9E6B-C6A65164432E}" dt="2025-11-26T10:05:22.410" v="63" actId="2696"/>
          <pc:sldLayoutMkLst>
            <pc:docMk/>
            <pc:sldMasterMk cId="1394837194" sldId="2147483708"/>
            <pc:sldLayoutMk cId="3992128873" sldId="2147483715"/>
          </pc:sldLayoutMkLst>
        </pc:sldLayoutChg>
        <pc:sldLayoutChg chg="del">
          <pc:chgData name="Nick Touati" userId="3dd9facd-56ab-4a95-b325-5e059eef8009" providerId="ADAL" clId="{EEEA5C50-EC7F-4677-9E6B-C6A65164432E}" dt="2025-11-26T10:05:22.410" v="63" actId="2696"/>
          <pc:sldLayoutMkLst>
            <pc:docMk/>
            <pc:sldMasterMk cId="1394837194" sldId="2147483708"/>
            <pc:sldLayoutMk cId="2478688916" sldId="2147483716"/>
          </pc:sldLayoutMkLst>
        </pc:sldLayoutChg>
        <pc:sldLayoutChg chg="del">
          <pc:chgData name="Nick Touati" userId="3dd9facd-56ab-4a95-b325-5e059eef8009" providerId="ADAL" clId="{EEEA5C50-EC7F-4677-9E6B-C6A65164432E}" dt="2025-11-26T10:05:22.410" v="63" actId="2696"/>
          <pc:sldLayoutMkLst>
            <pc:docMk/>
            <pc:sldMasterMk cId="1394837194" sldId="2147483708"/>
            <pc:sldLayoutMk cId="2979552770" sldId="2147483717"/>
          </pc:sldLayoutMkLst>
        </pc:sldLayoutChg>
        <pc:sldLayoutChg chg="del">
          <pc:chgData name="Nick Touati" userId="3dd9facd-56ab-4a95-b325-5e059eef8009" providerId="ADAL" clId="{EEEA5C50-EC7F-4677-9E6B-C6A65164432E}" dt="2025-11-26T10:05:22.410" v="63" actId="2696"/>
          <pc:sldLayoutMkLst>
            <pc:docMk/>
            <pc:sldMasterMk cId="1394837194" sldId="2147483708"/>
            <pc:sldLayoutMk cId="2806408147" sldId="2147483718"/>
          </pc:sldLayoutMkLst>
        </pc:sldLayoutChg>
        <pc:sldLayoutChg chg="del">
          <pc:chgData name="Nick Touati" userId="3dd9facd-56ab-4a95-b325-5e059eef8009" providerId="ADAL" clId="{EEEA5C50-EC7F-4677-9E6B-C6A65164432E}" dt="2025-11-26T10:05:22.410" v="63" actId="2696"/>
          <pc:sldLayoutMkLst>
            <pc:docMk/>
            <pc:sldMasterMk cId="1394837194" sldId="2147483708"/>
            <pc:sldLayoutMk cId="2204488659" sldId="2147483719"/>
          </pc:sldLayoutMkLst>
        </pc:sldLayoutChg>
      </pc:sldMaster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_rels/data3.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28.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_rels/drawing3.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28.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067F721-63CD-417C-A12A-940E345A7A00}"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D3CE749C-7EB3-4976-BE19-FFF7F760DEFB}">
      <dgm:prSet custT="1"/>
      <dgm:spPr/>
      <dgm:t>
        <a:bodyPr/>
        <a:lstStyle/>
        <a:p>
          <a:pPr>
            <a:lnSpc>
              <a:spcPct val="100000"/>
            </a:lnSpc>
          </a:pPr>
          <a:r>
            <a:rPr lang="en-US" sz="2400" dirty="0">
              <a:latin typeface="+mn-lt"/>
            </a:rPr>
            <a:t>Profile</a:t>
          </a:r>
        </a:p>
      </dgm:t>
    </dgm:pt>
    <dgm:pt modelId="{7B583FD0-46C3-4AC8-B8F5-9DDC3A8CC536}" type="parTrans" cxnId="{CC611881-1F20-4678-8472-69FC25A3F5FA}">
      <dgm:prSet/>
      <dgm:spPr/>
      <dgm:t>
        <a:bodyPr/>
        <a:lstStyle/>
        <a:p>
          <a:endParaRPr lang="en-US"/>
        </a:p>
      </dgm:t>
    </dgm:pt>
    <dgm:pt modelId="{2FACE8C7-B758-4AB7-872F-94AB15B26878}" type="sibTrans" cxnId="{CC611881-1F20-4678-8472-69FC25A3F5FA}">
      <dgm:prSet/>
      <dgm:spPr/>
      <dgm:t>
        <a:bodyPr/>
        <a:lstStyle/>
        <a:p>
          <a:endParaRPr lang="en-US"/>
        </a:p>
      </dgm:t>
    </dgm:pt>
    <dgm:pt modelId="{18BC2825-E06B-4DFD-A7DF-3F8278A4936F}">
      <dgm:prSet custT="1"/>
      <dgm:spPr/>
      <dgm:t>
        <a:bodyPr/>
        <a:lstStyle/>
        <a:p>
          <a:pPr>
            <a:lnSpc>
              <a:spcPct val="100000"/>
            </a:lnSpc>
          </a:pPr>
          <a:r>
            <a:rPr lang="en-US" sz="2400" dirty="0"/>
            <a:t>Network</a:t>
          </a:r>
        </a:p>
      </dgm:t>
    </dgm:pt>
    <dgm:pt modelId="{562D7119-D4D0-4CF0-A399-3E483676CBEA}" type="parTrans" cxnId="{CAF4DFDC-39C1-4B07-B07F-4B015A0EA62A}">
      <dgm:prSet/>
      <dgm:spPr/>
      <dgm:t>
        <a:bodyPr/>
        <a:lstStyle/>
        <a:p>
          <a:endParaRPr lang="en-US"/>
        </a:p>
      </dgm:t>
    </dgm:pt>
    <dgm:pt modelId="{0ACF6327-0671-4E9E-A249-5A82671B1714}" type="sibTrans" cxnId="{CAF4DFDC-39C1-4B07-B07F-4B015A0EA62A}">
      <dgm:prSet/>
      <dgm:spPr/>
      <dgm:t>
        <a:bodyPr/>
        <a:lstStyle/>
        <a:p>
          <a:endParaRPr lang="en-US"/>
        </a:p>
      </dgm:t>
    </dgm:pt>
    <dgm:pt modelId="{590E4741-ABCA-4572-9300-7D5B04CCF00F}">
      <dgm:prSet custT="1"/>
      <dgm:spPr/>
      <dgm:t>
        <a:bodyPr/>
        <a:lstStyle/>
        <a:p>
          <a:pPr>
            <a:lnSpc>
              <a:spcPct val="100000"/>
            </a:lnSpc>
          </a:pPr>
          <a:r>
            <a:rPr lang="en-US" sz="2400" dirty="0"/>
            <a:t>Engaging on Linked In</a:t>
          </a:r>
        </a:p>
      </dgm:t>
    </dgm:pt>
    <dgm:pt modelId="{052068F3-19C9-4EAA-A94B-EAE1CD5BF29E}" type="parTrans" cxnId="{1C705F8A-C6BC-4D6D-95D6-E91EBFC92E74}">
      <dgm:prSet/>
      <dgm:spPr/>
      <dgm:t>
        <a:bodyPr/>
        <a:lstStyle/>
        <a:p>
          <a:endParaRPr lang="en-US"/>
        </a:p>
      </dgm:t>
    </dgm:pt>
    <dgm:pt modelId="{701B252C-006B-4BD8-B246-48CEBCB7547B}" type="sibTrans" cxnId="{1C705F8A-C6BC-4D6D-95D6-E91EBFC92E74}">
      <dgm:prSet/>
      <dgm:spPr/>
      <dgm:t>
        <a:bodyPr/>
        <a:lstStyle/>
        <a:p>
          <a:endParaRPr lang="en-US"/>
        </a:p>
      </dgm:t>
    </dgm:pt>
    <dgm:pt modelId="{4A56B455-D857-428A-AF59-F3BBE0DB6D48}" type="pres">
      <dgm:prSet presAssocID="{6067F721-63CD-417C-A12A-940E345A7A00}" presName="root" presStyleCnt="0">
        <dgm:presLayoutVars>
          <dgm:dir/>
          <dgm:resizeHandles val="exact"/>
        </dgm:presLayoutVars>
      </dgm:prSet>
      <dgm:spPr/>
    </dgm:pt>
    <dgm:pt modelId="{2E1CD82F-2959-4F16-995B-1412AC2A3B23}" type="pres">
      <dgm:prSet presAssocID="{D3CE749C-7EB3-4976-BE19-FFF7F760DEFB}" presName="compNode" presStyleCnt="0"/>
      <dgm:spPr/>
    </dgm:pt>
    <dgm:pt modelId="{FB74A5A7-D226-4126-BAF4-FDEFEC163A64}" type="pres">
      <dgm:prSet presAssocID="{D3CE749C-7EB3-4976-BE19-FFF7F760DEFB}"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User"/>
        </a:ext>
      </dgm:extLst>
    </dgm:pt>
    <dgm:pt modelId="{03EA0DD9-D5BD-43C5-95AC-4DE618D3E33F}" type="pres">
      <dgm:prSet presAssocID="{D3CE749C-7EB3-4976-BE19-FFF7F760DEFB}" presName="spaceRect" presStyleCnt="0"/>
      <dgm:spPr/>
    </dgm:pt>
    <dgm:pt modelId="{F6FE4B5D-934E-498A-9E2C-E4B0B29EB2F7}" type="pres">
      <dgm:prSet presAssocID="{D3CE749C-7EB3-4976-BE19-FFF7F760DEFB}" presName="textRect" presStyleLbl="revTx" presStyleIdx="0" presStyleCnt="3">
        <dgm:presLayoutVars>
          <dgm:chMax val="1"/>
          <dgm:chPref val="1"/>
        </dgm:presLayoutVars>
      </dgm:prSet>
      <dgm:spPr/>
    </dgm:pt>
    <dgm:pt modelId="{D914E9CF-B594-4329-BB02-B380E5D0D215}" type="pres">
      <dgm:prSet presAssocID="{2FACE8C7-B758-4AB7-872F-94AB15B26878}" presName="sibTrans" presStyleCnt="0"/>
      <dgm:spPr/>
    </dgm:pt>
    <dgm:pt modelId="{702D2B5A-1C30-47B4-AEB9-5B83AF2FA2BD}" type="pres">
      <dgm:prSet presAssocID="{18BC2825-E06B-4DFD-A7DF-3F8278A4936F}" presName="compNode" presStyleCnt="0"/>
      <dgm:spPr/>
    </dgm:pt>
    <dgm:pt modelId="{DDB4D400-F0FD-4037-92D1-BF4673B6A813}" type="pres">
      <dgm:prSet presAssocID="{18BC2825-E06B-4DFD-A7DF-3F8278A4936F}"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ocial Network"/>
        </a:ext>
      </dgm:extLst>
    </dgm:pt>
    <dgm:pt modelId="{D26A10BA-D282-4EBB-84BA-221864C69B41}" type="pres">
      <dgm:prSet presAssocID="{18BC2825-E06B-4DFD-A7DF-3F8278A4936F}" presName="spaceRect" presStyleCnt="0"/>
      <dgm:spPr/>
    </dgm:pt>
    <dgm:pt modelId="{1AF2700C-1637-43A8-BA63-D103059C46A7}" type="pres">
      <dgm:prSet presAssocID="{18BC2825-E06B-4DFD-A7DF-3F8278A4936F}" presName="textRect" presStyleLbl="revTx" presStyleIdx="1" presStyleCnt="3">
        <dgm:presLayoutVars>
          <dgm:chMax val="1"/>
          <dgm:chPref val="1"/>
        </dgm:presLayoutVars>
      </dgm:prSet>
      <dgm:spPr/>
    </dgm:pt>
    <dgm:pt modelId="{A0C89238-2B28-43A9-A217-34870EAEE09B}" type="pres">
      <dgm:prSet presAssocID="{0ACF6327-0671-4E9E-A249-5A82671B1714}" presName="sibTrans" presStyleCnt="0"/>
      <dgm:spPr/>
    </dgm:pt>
    <dgm:pt modelId="{A656D52A-78CF-4984-BF14-3804CAC79681}" type="pres">
      <dgm:prSet presAssocID="{590E4741-ABCA-4572-9300-7D5B04CCF00F}" presName="compNode" presStyleCnt="0"/>
      <dgm:spPr/>
    </dgm:pt>
    <dgm:pt modelId="{FE00FB2B-ADD6-46F5-B353-45B148D56C28}" type="pres">
      <dgm:prSet presAssocID="{590E4741-ABCA-4572-9300-7D5B04CCF00F}"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Chat"/>
        </a:ext>
      </dgm:extLst>
    </dgm:pt>
    <dgm:pt modelId="{936FEC7E-F6FE-4F95-817E-C8CACBCA34BE}" type="pres">
      <dgm:prSet presAssocID="{590E4741-ABCA-4572-9300-7D5B04CCF00F}" presName="spaceRect" presStyleCnt="0"/>
      <dgm:spPr/>
    </dgm:pt>
    <dgm:pt modelId="{87ACC36A-72E9-4FB8-9441-7D12878B7A36}" type="pres">
      <dgm:prSet presAssocID="{590E4741-ABCA-4572-9300-7D5B04CCF00F}" presName="textRect" presStyleLbl="revTx" presStyleIdx="2" presStyleCnt="3">
        <dgm:presLayoutVars>
          <dgm:chMax val="1"/>
          <dgm:chPref val="1"/>
        </dgm:presLayoutVars>
      </dgm:prSet>
      <dgm:spPr/>
    </dgm:pt>
  </dgm:ptLst>
  <dgm:cxnLst>
    <dgm:cxn modelId="{2DD5D65D-50EE-4B7F-8E6F-4B508535DDAF}" type="presOf" srcId="{D3CE749C-7EB3-4976-BE19-FFF7F760DEFB}" destId="{F6FE4B5D-934E-498A-9E2C-E4B0B29EB2F7}" srcOrd="0" destOrd="0" presId="urn:microsoft.com/office/officeart/2018/2/layout/IconLabelList"/>
    <dgm:cxn modelId="{CC611881-1F20-4678-8472-69FC25A3F5FA}" srcId="{6067F721-63CD-417C-A12A-940E345A7A00}" destId="{D3CE749C-7EB3-4976-BE19-FFF7F760DEFB}" srcOrd="0" destOrd="0" parTransId="{7B583FD0-46C3-4AC8-B8F5-9DDC3A8CC536}" sibTransId="{2FACE8C7-B758-4AB7-872F-94AB15B26878}"/>
    <dgm:cxn modelId="{1C705F8A-C6BC-4D6D-95D6-E91EBFC92E74}" srcId="{6067F721-63CD-417C-A12A-940E345A7A00}" destId="{590E4741-ABCA-4572-9300-7D5B04CCF00F}" srcOrd="2" destOrd="0" parTransId="{052068F3-19C9-4EAA-A94B-EAE1CD5BF29E}" sibTransId="{701B252C-006B-4BD8-B246-48CEBCB7547B}"/>
    <dgm:cxn modelId="{39D2878B-AB0D-4D89-8264-FB971634F9B1}" type="presOf" srcId="{18BC2825-E06B-4DFD-A7DF-3F8278A4936F}" destId="{1AF2700C-1637-43A8-BA63-D103059C46A7}" srcOrd="0" destOrd="0" presId="urn:microsoft.com/office/officeart/2018/2/layout/IconLabelList"/>
    <dgm:cxn modelId="{41F029A6-0BEC-4213-B582-D46AFC815AE5}" type="presOf" srcId="{590E4741-ABCA-4572-9300-7D5B04CCF00F}" destId="{87ACC36A-72E9-4FB8-9441-7D12878B7A36}" srcOrd="0" destOrd="0" presId="urn:microsoft.com/office/officeart/2018/2/layout/IconLabelList"/>
    <dgm:cxn modelId="{6C57AED9-F845-4B47-9F52-A4838261153F}" type="presOf" srcId="{6067F721-63CD-417C-A12A-940E345A7A00}" destId="{4A56B455-D857-428A-AF59-F3BBE0DB6D48}" srcOrd="0" destOrd="0" presId="urn:microsoft.com/office/officeart/2018/2/layout/IconLabelList"/>
    <dgm:cxn modelId="{CAF4DFDC-39C1-4B07-B07F-4B015A0EA62A}" srcId="{6067F721-63CD-417C-A12A-940E345A7A00}" destId="{18BC2825-E06B-4DFD-A7DF-3F8278A4936F}" srcOrd="1" destOrd="0" parTransId="{562D7119-D4D0-4CF0-A399-3E483676CBEA}" sibTransId="{0ACF6327-0671-4E9E-A249-5A82671B1714}"/>
    <dgm:cxn modelId="{099C238A-DE74-4A20-BD2F-60CB7B519612}" type="presParOf" srcId="{4A56B455-D857-428A-AF59-F3BBE0DB6D48}" destId="{2E1CD82F-2959-4F16-995B-1412AC2A3B23}" srcOrd="0" destOrd="0" presId="urn:microsoft.com/office/officeart/2018/2/layout/IconLabelList"/>
    <dgm:cxn modelId="{AF92BB4D-0307-40C0-B0B4-40563B378ED4}" type="presParOf" srcId="{2E1CD82F-2959-4F16-995B-1412AC2A3B23}" destId="{FB74A5A7-D226-4126-BAF4-FDEFEC163A64}" srcOrd="0" destOrd="0" presId="urn:microsoft.com/office/officeart/2018/2/layout/IconLabelList"/>
    <dgm:cxn modelId="{86DDD0C9-45C8-4F90-85A6-D0832C777A5D}" type="presParOf" srcId="{2E1CD82F-2959-4F16-995B-1412AC2A3B23}" destId="{03EA0DD9-D5BD-43C5-95AC-4DE618D3E33F}" srcOrd="1" destOrd="0" presId="urn:microsoft.com/office/officeart/2018/2/layout/IconLabelList"/>
    <dgm:cxn modelId="{2F422B09-DC1D-490D-B1D7-73C268E4624B}" type="presParOf" srcId="{2E1CD82F-2959-4F16-995B-1412AC2A3B23}" destId="{F6FE4B5D-934E-498A-9E2C-E4B0B29EB2F7}" srcOrd="2" destOrd="0" presId="urn:microsoft.com/office/officeart/2018/2/layout/IconLabelList"/>
    <dgm:cxn modelId="{1143F201-AFE6-4D90-911B-01C0483FF4C3}" type="presParOf" srcId="{4A56B455-D857-428A-AF59-F3BBE0DB6D48}" destId="{D914E9CF-B594-4329-BB02-B380E5D0D215}" srcOrd="1" destOrd="0" presId="urn:microsoft.com/office/officeart/2018/2/layout/IconLabelList"/>
    <dgm:cxn modelId="{2E759638-4AEF-4067-B155-187E704CE8F7}" type="presParOf" srcId="{4A56B455-D857-428A-AF59-F3BBE0DB6D48}" destId="{702D2B5A-1C30-47B4-AEB9-5B83AF2FA2BD}" srcOrd="2" destOrd="0" presId="urn:microsoft.com/office/officeart/2018/2/layout/IconLabelList"/>
    <dgm:cxn modelId="{BED4231D-840D-4001-A224-AD9C77C8E8B7}" type="presParOf" srcId="{702D2B5A-1C30-47B4-AEB9-5B83AF2FA2BD}" destId="{DDB4D400-F0FD-4037-92D1-BF4673B6A813}" srcOrd="0" destOrd="0" presId="urn:microsoft.com/office/officeart/2018/2/layout/IconLabelList"/>
    <dgm:cxn modelId="{8A6D0C02-C650-47F8-A5DD-027EAE88AF54}" type="presParOf" srcId="{702D2B5A-1C30-47B4-AEB9-5B83AF2FA2BD}" destId="{D26A10BA-D282-4EBB-84BA-221864C69B41}" srcOrd="1" destOrd="0" presId="urn:microsoft.com/office/officeart/2018/2/layout/IconLabelList"/>
    <dgm:cxn modelId="{17D5C958-E43B-4E4E-BA2B-91B2D6038390}" type="presParOf" srcId="{702D2B5A-1C30-47B4-AEB9-5B83AF2FA2BD}" destId="{1AF2700C-1637-43A8-BA63-D103059C46A7}" srcOrd="2" destOrd="0" presId="urn:microsoft.com/office/officeart/2018/2/layout/IconLabelList"/>
    <dgm:cxn modelId="{32AD0884-C40B-4267-868B-42E6E7C22203}" type="presParOf" srcId="{4A56B455-D857-428A-AF59-F3BBE0DB6D48}" destId="{A0C89238-2B28-43A9-A217-34870EAEE09B}" srcOrd="3" destOrd="0" presId="urn:microsoft.com/office/officeart/2018/2/layout/IconLabelList"/>
    <dgm:cxn modelId="{A363CA0F-3B01-4969-847C-E92D1EA048BE}" type="presParOf" srcId="{4A56B455-D857-428A-AF59-F3BBE0DB6D48}" destId="{A656D52A-78CF-4984-BF14-3804CAC79681}" srcOrd="4" destOrd="0" presId="urn:microsoft.com/office/officeart/2018/2/layout/IconLabelList"/>
    <dgm:cxn modelId="{D349671C-CB9C-4966-9FC0-99E79794C1A3}" type="presParOf" srcId="{A656D52A-78CF-4984-BF14-3804CAC79681}" destId="{FE00FB2B-ADD6-46F5-B353-45B148D56C28}" srcOrd="0" destOrd="0" presId="urn:microsoft.com/office/officeart/2018/2/layout/IconLabelList"/>
    <dgm:cxn modelId="{C2B9A48F-278D-470C-915F-608E67B1A5D4}" type="presParOf" srcId="{A656D52A-78CF-4984-BF14-3804CAC79681}" destId="{936FEC7E-F6FE-4F95-817E-C8CACBCA34BE}" srcOrd="1" destOrd="0" presId="urn:microsoft.com/office/officeart/2018/2/layout/IconLabelList"/>
    <dgm:cxn modelId="{3FB7B350-20D4-473B-BC94-77D53CF6BC37}" type="presParOf" srcId="{A656D52A-78CF-4984-BF14-3804CAC79681}" destId="{87ACC36A-72E9-4FB8-9441-7D12878B7A36}" srcOrd="2" destOrd="0" presId="urn:microsoft.com/office/officeart/2018/2/layout/IconLabel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E86F8A8-05DA-4830-96A5-7061F55153B5}"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4270E23D-1768-429C-BE5B-BF4E559BBBFF}">
      <dgm:prSet custT="1"/>
      <dgm:spPr/>
      <dgm:t>
        <a:bodyPr/>
        <a:lstStyle/>
        <a:p>
          <a:r>
            <a:rPr lang="en-GB" sz="2400" dirty="0"/>
            <a:t>Photo</a:t>
          </a:r>
          <a:endParaRPr lang="en-US" sz="2400" dirty="0"/>
        </a:p>
      </dgm:t>
    </dgm:pt>
    <dgm:pt modelId="{709D8356-228F-4B1A-9EE2-EFDBAC260901}" type="parTrans" cxnId="{4297DAE9-5AB3-45FD-A336-A728FFE40D99}">
      <dgm:prSet/>
      <dgm:spPr/>
      <dgm:t>
        <a:bodyPr/>
        <a:lstStyle/>
        <a:p>
          <a:endParaRPr lang="en-US"/>
        </a:p>
      </dgm:t>
    </dgm:pt>
    <dgm:pt modelId="{36B25346-8EAE-4623-8AD2-472C31133139}" type="sibTrans" cxnId="{4297DAE9-5AB3-45FD-A336-A728FFE40D99}">
      <dgm:prSet/>
      <dgm:spPr/>
      <dgm:t>
        <a:bodyPr/>
        <a:lstStyle/>
        <a:p>
          <a:endParaRPr lang="en-US"/>
        </a:p>
      </dgm:t>
    </dgm:pt>
    <dgm:pt modelId="{98DB5669-D893-4719-B832-B9C72D498FA1}">
      <dgm:prSet custT="1"/>
      <dgm:spPr/>
      <dgm:t>
        <a:bodyPr/>
        <a:lstStyle/>
        <a:p>
          <a:r>
            <a:rPr lang="en-GB" sz="2400" dirty="0"/>
            <a:t>Headline</a:t>
          </a:r>
          <a:endParaRPr lang="en-US" sz="2400" dirty="0"/>
        </a:p>
      </dgm:t>
    </dgm:pt>
    <dgm:pt modelId="{65F73A35-70B1-4F20-951F-391B4C6A99B9}" type="parTrans" cxnId="{D2B26F01-82AA-44C3-B524-C26E6223DE16}">
      <dgm:prSet/>
      <dgm:spPr/>
      <dgm:t>
        <a:bodyPr/>
        <a:lstStyle/>
        <a:p>
          <a:endParaRPr lang="en-US"/>
        </a:p>
      </dgm:t>
    </dgm:pt>
    <dgm:pt modelId="{0FD1AA61-424F-4440-9F42-072C3FB03597}" type="sibTrans" cxnId="{D2B26F01-82AA-44C3-B524-C26E6223DE16}">
      <dgm:prSet/>
      <dgm:spPr/>
      <dgm:t>
        <a:bodyPr/>
        <a:lstStyle/>
        <a:p>
          <a:endParaRPr lang="en-US"/>
        </a:p>
      </dgm:t>
    </dgm:pt>
    <dgm:pt modelId="{9C519241-7B17-43D7-8714-DA093483FFBD}">
      <dgm:prSet custT="1"/>
      <dgm:spPr/>
      <dgm:t>
        <a:bodyPr/>
        <a:lstStyle/>
        <a:p>
          <a:r>
            <a:rPr lang="en-GB" sz="2400" dirty="0"/>
            <a:t>Summary</a:t>
          </a:r>
          <a:endParaRPr lang="en-US" sz="2400" dirty="0"/>
        </a:p>
      </dgm:t>
    </dgm:pt>
    <dgm:pt modelId="{04357720-D447-4A60-8949-E58C5C90DC0C}" type="parTrans" cxnId="{3AAA3EF2-1DAD-440F-8633-0BBEC64DFC9A}">
      <dgm:prSet/>
      <dgm:spPr/>
      <dgm:t>
        <a:bodyPr/>
        <a:lstStyle/>
        <a:p>
          <a:endParaRPr lang="en-US"/>
        </a:p>
      </dgm:t>
    </dgm:pt>
    <dgm:pt modelId="{A0E3FFB0-5A64-40BC-AE17-4EEF710292FF}" type="sibTrans" cxnId="{3AAA3EF2-1DAD-440F-8633-0BBEC64DFC9A}">
      <dgm:prSet/>
      <dgm:spPr/>
      <dgm:t>
        <a:bodyPr/>
        <a:lstStyle/>
        <a:p>
          <a:endParaRPr lang="en-US"/>
        </a:p>
      </dgm:t>
    </dgm:pt>
    <dgm:pt modelId="{55A89859-CB94-4953-871E-41658F084C3B}">
      <dgm:prSet custT="1"/>
      <dgm:spPr/>
      <dgm:t>
        <a:bodyPr/>
        <a:lstStyle/>
        <a:p>
          <a:r>
            <a:rPr lang="en-GB" sz="2400" dirty="0"/>
            <a:t>Experience</a:t>
          </a:r>
          <a:endParaRPr lang="en-US" sz="2400" dirty="0"/>
        </a:p>
      </dgm:t>
    </dgm:pt>
    <dgm:pt modelId="{044122A9-0A66-4008-A5CB-F70457B3DB63}" type="parTrans" cxnId="{22C83D75-B62D-4709-8485-0BCBE8B36113}">
      <dgm:prSet/>
      <dgm:spPr/>
      <dgm:t>
        <a:bodyPr/>
        <a:lstStyle/>
        <a:p>
          <a:endParaRPr lang="en-US"/>
        </a:p>
      </dgm:t>
    </dgm:pt>
    <dgm:pt modelId="{7E16C00C-EA07-4F7A-A26B-5DE0B91D2049}" type="sibTrans" cxnId="{22C83D75-B62D-4709-8485-0BCBE8B36113}">
      <dgm:prSet/>
      <dgm:spPr/>
      <dgm:t>
        <a:bodyPr/>
        <a:lstStyle/>
        <a:p>
          <a:endParaRPr lang="en-US"/>
        </a:p>
      </dgm:t>
    </dgm:pt>
    <dgm:pt modelId="{EC9E4066-FA55-44D0-9846-6261BEBEA38B}">
      <dgm:prSet custT="1"/>
      <dgm:spPr/>
      <dgm:t>
        <a:bodyPr/>
        <a:lstStyle/>
        <a:p>
          <a:r>
            <a:rPr lang="en-GB" sz="2400" dirty="0"/>
            <a:t>Education</a:t>
          </a:r>
          <a:endParaRPr lang="en-US" sz="2400" dirty="0"/>
        </a:p>
      </dgm:t>
    </dgm:pt>
    <dgm:pt modelId="{7A930B64-4072-48CD-B2CA-DA8C5B7012AF}" type="parTrans" cxnId="{B879C2E6-17A4-4F65-AD30-152AB881BF4A}">
      <dgm:prSet/>
      <dgm:spPr/>
      <dgm:t>
        <a:bodyPr/>
        <a:lstStyle/>
        <a:p>
          <a:endParaRPr lang="en-US"/>
        </a:p>
      </dgm:t>
    </dgm:pt>
    <dgm:pt modelId="{13657ACF-8162-4AFA-BCA9-5EA79130DCD1}" type="sibTrans" cxnId="{B879C2E6-17A4-4F65-AD30-152AB881BF4A}">
      <dgm:prSet/>
      <dgm:spPr/>
      <dgm:t>
        <a:bodyPr/>
        <a:lstStyle/>
        <a:p>
          <a:endParaRPr lang="en-US"/>
        </a:p>
      </dgm:t>
    </dgm:pt>
    <dgm:pt modelId="{512079D3-D18A-4467-9634-BA7167DB1173}">
      <dgm:prSet custT="1"/>
      <dgm:spPr/>
      <dgm:t>
        <a:bodyPr/>
        <a:lstStyle/>
        <a:p>
          <a:r>
            <a:rPr lang="en-GB" sz="2400" dirty="0"/>
            <a:t>Skills</a:t>
          </a:r>
          <a:endParaRPr lang="en-US" sz="2400" dirty="0"/>
        </a:p>
      </dgm:t>
    </dgm:pt>
    <dgm:pt modelId="{5B5685F5-DBD9-42DA-8223-01268126692B}" type="parTrans" cxnId="{FE886DFC-4A1F-4A97-84D3-8739C3A06AEC}">
      <dgm:prSet/>
      <dgm:spPr/>
      <dgm:t>
        <a:bodyPr/>
        <a:lstStyle/>
        <a:p>
          <a:endParaRPr lang="en-US"/>
        </a:p>
      </dgm:t>
    </dgm:pt>
    <dgm:pt modelId="{63EA9A4F-882B-4E48-942F-147340A42C52}" type="sibTrans" cxnId="{FE886DFC-4A1F-4A97-84D3-8739C3A06AEC}">
      <dgm:prSet/>
      <dgm:spPr/>
      <dgm:t>
        <a:bodyPr/>
        <a:lstStyle/>
        <a:p>
          <a:endParaRPr lang="en-US"/>
        </a:p>
      </dgm:t>
    </dgm:pt>
    <dgm:pt modelId="{4A0AE465-1E6F-497A-94AB-AEE8DCA00535}">
      <dgm:prSet custT="1"/>
      <dgm:spPr/>
      <dgm:t>
        <a:bodyPr/>
        <a:lstStyle/>
        <a:p>
          <a:r>
            <a:rPr lang="en-GB" sz="2400" dirty="0"/>
            <a:t>Recommendations</a:t>
          </a:r>
          <a:endParaRPr lang="en-US" sz="2400" dirty="0"/>
        </a:p>
      </dgm:t>
    </dgm:pt>
    <dgm:pt modelId="{59430B7F-2945-4EC9-827B-65B6BD6BE852}" type="parTrans" cxnId="{E29026D5-C0A4-4330-ACA7-5834622FD1F6}">
      <dgm:prSet/>
      <dgm:spPr/>
      <dgm:t>
        <a:bodyPr/>
        <a:lstStyle/>
        <a:p>
          <a:endParaRPr lang="en-US"/>
        </a:p>
      </dgm:t>
    </dgm:pt>
    <dgm:pt modelId="{0FF29D65-1EED-42AA-851C-2539673F2098}" type="sibTrans" cxnId="{E29026D5-C0A4-4330-ACA7-5834622FD1F6}">
      <dgm:prSet/>
      <dgm:spPr/>
      <dgm:t>
        <a:bodyPr/>
        <a:lstStyle/>
        <a:p>
          <a:endParaRPr lang="en-US"/>
        </a:p>
      </dgm:t>
    </dgm:pt>
    <dgm:pt modelId="{B3EDE41F-C5B9-45AA-B3EA-30CBA95DC9B8}">
      <dgm:prSet custT="1"/>
      <dgm:spPr/>
      <dgm:t>
        <a:bodyPr/>
        <a:lstStyle/>
        <a:p>
          <a:r>
            <a:rPr lang="en-GB" sz="2400" dirty="0"/>
            <a:t>Additional </a:t>
          </a:r>
          <a:endParaRPr lang="en-US" sz="2400" dirty="0"/>
        </a:p>
      </dgm:t>
    </dgm:pt>
    <dgm:pt modelId="{6C8402DD-F17E-43EE-9AD8-BDE62015319B}" type="parTrans" cxnId="{00C2DAE4-0EDA-4301-93EC-51184F7C6E1F}">
      <dgm:prSet/>
      <dgm:spPr/>
      <dgm:t>
        <a:bodyPr/>
        <a:lstStyle/>
        <a:p>
          <a:endParaRPr lang="en-US"/>
        </a:p>
      </dgm:t>
    </dgm:pt>
    <dgm:pt modelId="{1A539A79-1750-4529-B1CF-ED816BD185F7}" type="sibTrans" cxnId="{00C2DAE4-0EDA-4301-93EC-51184F7C6E1F}">
      <dgm:prSet/>
      <dgm:spPr/>
      <dgm:t>
        <a:bodyPr/>
        <a:lstStyle/>
        <a:p>
          <a:endParaRPr lang="en-US"/>
        </a:p>
      </dgm:t>
    </dgm:pt>
    <dgm:pt modelId="{9FD86CF7-4857-4EC6-8023-EE3BD0D1DC7E}" type="pres">
      <dgm:prSet presAssocID="{DE86F8A8-05DA-4830-96A5-7061F55153B5}" presName="linear" presStyleCnt="0">
        <dgm:presLayoutVars>
          <dgm:animLvl val="lvl"/>
          <dgm:resizeHandles val="exact"/>
        </dgm:presLayoutVars>
      </dgm:prSet>
      <dgm:spPr/>
    </dgm:pt>
    <dgm:pt modelId="{5C50D2DE-0A1B-493D-A8AC-CCB0287A4E6B}" type="pres">
      <dgm:prSet presAssocID="{4270E23D-1768-429C-BE5B-BF4E559BBBFF}" presName="parentText" presStyleLbl="node1" presStyleIdx="0" presStyleCnt="8">
        <dgm:presLayoutVars>
          <dgm:chMax val="0"/>
          <dgm:bulletEnabled val="1"/>
        </dgm:presLayoutVars>
      </dgm:prSet>
      <dgm:spPr/>
    </dgm:pt>
    <dgm:pt modelId="{E17036DB-0300-4E2C-ABC2-4DD4E2E34306}" type="pres">
      <dgm:prSet presAssocID="{36B25346-8EAE-4623-8AD2-472C31133139}" presName="spacer" presStyleCnt="0"/>
      <dgm:spPr/>
    </dgm:pt>
    <dgm:pt modelId="{BC6F5AAA-9123-4C11-8438-59E667D57608}" type="pres">
      <dgm:prSet presAssocID="{98DB5669-D893-4719-B832-B9C72D498FA1}" presName="parentText" presStyleLbl="node1" presStyleIdx="1" presStyleCnt="8">
        <dgm:presLayoutVars>
          <dgm:chMax val="0"/>
          <dgm:bulletEnabled val="1"/>
        </dgm:presLayoutVars>
      </dgm:prSet>
      <dgm:spPr/>
    </dgm:pt>
    <dgm:pt modelId="{094957D9-638F-4972-993E-A6C078C099BE}" type="pres">
      <dgm:prSet presAssocID="{0FD1AA61-424F-4440-9F42-072C3FB03597}" presName="spacer" presStyleCnt="0"/>
      <dgm:spPr/>
    </dgm:pt>
    <dgm:pt modelId="{EA385487-6A4C-4102-B09D-730DD4259A44}" type="pres">
      <dgm:prSet presAssocID="{9C519241-7B17-43D7-8714-DA093483FFBD}" presName="parentText" presStyleLbl="node1" presStyleIdx="2" presStyleCnt="8">
        <dgm:presLayoutVars>
          <dgm:chMax val="0"/>
          <dgm:bulletEnabled val="1"/>
        </dgm:presLayoutVars>
      </dgm:prSet>
      <dgm:spPr/>
    </dgm:pt>
    <dgm:pt modelId="{FDB2DC62-DC2B-4E34-A3F8-C5F066557146}" type="pres">
      <dgm:prSet presAssocID="{A0E3FFB0-5A64-40BC-AE17-4EEF710292FF}" presName="spacer" presStyleCnt="0"/>
      <dgm:spPr/>
    </dgm:pt>
    <dgm:pt modelId="{0F804AC1-8059-463F-9528-86E4DEB4BF21}" type="pres">
      <dgm:prSet presAssocID="{55A89859-CB94-4953-871E-41658F084C3B}" presName="parentText" presStyleLbl="node1" presStyleIdx="3" presStyleCnt="8">
        <dgm:presLayoutVars>
          <dgm:chMax val="0"/>
          <dgm:bulletEnabled val="1"/>
        </dgm:presLayoutVars>
      </dgm:prSet>
      <dgm:spPr/>
    </dgm:pt>
    <dgm:pt modelId="{9A332ACD-262C-4957-A8B4-E56C2717DD44}" type="pres">
      <dgm:prSet presAssocID="{7E16C00C-EA07-4F7A-A26B-5DE0B91D2049}" presName="spacer" presStyleCnt="0"/>
      <dgm:spPr/>
    </dgm:pt>
    <dgm:pt modelId="{65F9B34C-E453-4CC0-A343-E0BA7CA02B02}" type="pres">
      <dgm:prSet presAssocID="{EC9E4066-FA55-44D0-9846-6261BEBEA38B}" presName="parentText" presStyleLbl="node1" presStyleIdx="4" presStyleCnt="8">
        <dgm:presLayoutVars>
          <dgm:chMax val="0"/>
          <dgm:bulletEnabled val="1"/>
        </dgm:presLayoutVars>
      </dgm:prSet>
      <dgm:spPr/>
    </dgm:pt>
    <dgm:pt modelId="{83A5B4AB-453B-464F-A05F-522117E6049A}" type="pres">
      <dgm:prSet presAssocID="{13657ACF-8162-4AFA-BCA9-5EA79130DCD1}" presName="spacer" presStyleCnt="0"/>
      <dgm:spPr/>
    </dgm:pt>
    <dgm:pt modelId="{B8B325FE-F692-4EFC-B416-C3F4D80694B8}" type="pres">
      <dgm:prSet presAssocID="{512079D3-D18A-4467-9634-BA7167DB1173}" presName="parentText" presStyleLbl="node1" presStyleIdx="5" presStyleCnt="8">
        <dgm:presLayoutVars>
          <dgm:chMax val="0"/>
          <dgm:bulletEnabled val="1"/>
        </dgm:presLayoutVars>
      </dgm:prSet>
      <dgm:spPr/>
    </dgm:pt>
    <dgm:pt modelId="{185BA332-68EC-4D05-AFA4-83EF3D6C20D4}" type="pres">
      <dgm:prSet presAssocID="{63EA9A4F-882B-4E48-942F-147340A42C52}" presName="spacer" presStyleCnt="0"/>
      <dgm:spPr/>
    </dgm:pt>
    <dgm:pt modelId="{650F98A4-7305-4282-B1D1-F55AEA65C492}" type="pres">
      <dgm:prSet presAssocID="{4A0AE465-1E6F-497A-94AB-AEE8DCA00535}" presName="parentText" presStyleLbl="node1" presStyleIdx="6" presStyleCnt="8">
        <dgm:presLayoutVars>
          <dgm:chMax val="0"/>
          <dgm:bulletEnabled val="1"/>
        </dgm:presLayoutVars>
      </dgm:prSet>
      <dgm:spPr/>
    </dgm:pt>
    <dgm:pt modelId="{2D85D42E-4AEF-4AEE-8845-32FB561FFA97}" type="pres">
      <dgm:prSet presAssocID="{0FF29D65-1EED-42AA-851C-2539673F2098}" presName="spacer" presStyleCnt="0"/>
      <dgm:spPr/>
    </dgm:pt>
    <dgm:pt modelId="{94CC4139-4F8F-4975-B856-8DD4A910BA16}" type="pres">
      <dgm:prSet presAssocID="{B3EDE41F-C5B9-45AA-B3EA-30CBA95DC9B8}" presName="parentText" presStyleLbl="node1" presStyleIdx="7" presStyleCnt="8">
        <dgm:presLayoutVars>
          <dgm:chMax val="0"/>
          <dgm:bulletEnabled val="1"/>
        </dgm:presLayoutVars>
      </dgm:prSet>
      <dgm:spPr/>
    </dgm:pt>
  </dgm:ptLst>
  <dgm:cxnLst>
    <dgm:cxn modelId="{81E52200-7B49-40A3-8702-B7D3269B8A79}" type="presOf" srcId="{98DB5669-D893-4719-B832-B9C72D498FA1}" destId="{BC6F5AAA-9123-4C11-8438-59E667D57608}" srcOrd="0" destOrd="0" presId="urn:microsoft.com/office/officeart/2005/8/layout/vList2"/>
    <dgm:cxn modelId="{D2B26F01-82AA-44C3-B524-C26E6223DE16}" srcId="{DE86F8A8-05DA-4830-96A5-7061F55153B5}" destId="{98DB5669-D893-4719-B832-B9C72D498FA1}" srcOrd="1" destOrd="0" parTransId="{65F73A35-70B1-4F20-951F-391B4C6A99B9}" sibTransId="{0FD1AA61-424F-4440-9F42-072C3FB03597}"/>
    <dgm:cxn modelId="{986CEB34-78C9-48A3-897B-999F5CE06D1E}" type="presOf" srcId="{9C519241-7B17-43D7-8714-DA093483FFBD}" destId="{EA385487-6A4C-4102-B09D-730DD4259A44}" srcOrd="0" destOrd="0" presId="urn:microsoft.com/office/officeart/2005/8/layout/vList2"/>
    <dgm:cxn modelId="{22C83D75-B62D-4709-8485-0BCBE8B36113}" srcId="{DE86F8A8-05DA-4830-96A5-7061F55153B5}" destId="{55A89859-CB94-4953-871E-41658F084C3B}" srcOrd="3" destOrd="0" parTransId="{044122A9-0A66-4008-A5CB-F70457B3DB63}" sibTransId="{7E16C00C-EA07-4F7A-A26B-5DE0B91D2049}"/>
    <dgm:cxn modelId="{5355CE77-4189-4746-A03C-DF99E1E2B247}" type="presOf" srcId="{EC9E4066-FA55-44D0-9846-6261BEBEA38B}" destId="{65F9B34C-E453-4CC0-A343-E0BA7CA02B02}" srcOrd="0" destOrd="0" presId="urn:microsoft.com/office/officeart/2005/8/layout/vList2"/>
    <dgm:cxn modelId="{9816427E-C2F9-432F-B94C-ED29802A41EA}" type="presOf" srcId="{4A0AE465-1E6F-497A-94AB-AEE8DCA00535}" destId="{650F98A4-7305-4282-B1D1-F55AEA65C492}" srcOrd="0" destOrd="0" presId="urn:microsoft.com/office/officeart/2005/8/layout/vList2"/>
    <dgm:cxn modelId="{E74B35A6-B792-4F34-857C-37A877E888F4}" type="presOf" srcId="{512079D3-D18A-4467-9634-BA7167DB1173}" destId="{B8B325FE-F692-4EFC-B416-C3F4D80694B8}" srcOrd="0" destOrd="0" presId="urn:microsoft.com/office/officeart/2005/8/layout/vList2"/>
    <dgm:cxn modelId="{64EE61B8-EC5A-4DDA-8549-27B839B911FE}" type="presOf" srcId="{B3EDE41F-C5B9-45AA-B3EA-30CBA95DC9B8}" destId="{94CC4139-4F8F-4975-B856-8DD4A910BA16}" srcOrd="0" destOrd="0" presId="urn:microsoft.com/office/officeart/2005/8/layout/vList2"/>
    <dgm:cxn modelId="{36C7A5C4-373C-45A5-93AA-6938FF42A1E9}" type="presOf" srcId="{4270E23D-1768-429C-BE5B-BF4E559BBBFF}" destId="{5C50D2DE-0A1B-493D-A8AC-CCB0287A4E6B}" srcOrd="0" destOrd="0" presId="urn:microsoft.com/office/officeart/2005/8/layout/vList2"/>
    <dgm:cxn modelId="{939ECBC9-E90E-4B36-A6C8-4955747606CC}" type="presOf" srcId="{DE86F8A8-05DA-4830-96A5-7061F55153B5}" destId="{9FD86CF7-4857-4EC6-8023-EE3BD0D1DC7E}" srcOrd="0" destOrd="0" presId="urn:microsoft.com/office/officeart/2005/8/layout/vList2"/>
    <dgm:cxn modelId="{E29026D5-C0A4-4330-ACA7-5834622FD1F6}" srcId="{DE86F8A8-05DA-4830-96A5-7061F55153B5}" destId="{4A0AE465-1E6F-497A-94AB-AEE8DCA00535}" srcOrd="6" destOrd="0" parTransId="{59430B7F-2945-4EC9-827B-65B6BD6BE852}" sibTransId="{0FF29D65-1EED-42AA-851C-2539673F2098}"/>
    <dgm:cxn modelId="{00C2DAE4-0EDA-4301-93EC-51184F7C6E1F}" srcId="{DE86F8A8-05DA-4830-96A5-7061F55153B5}" destId="{B3EDE41F-C5B9-45AA-B3EA-30CBA95DC9B8}" srcOrd="7" destOrd="0" parTransId="{6C8402DD-F17E-43EE-9AD8-BDE62015319B}" sibTransId="{1A539A79-1750-4529-B1CF-ED816BD185F7}"/>
    <dgm:cxn modelId="{B879C2E6-17A4-4F65-AD30-152AB881BF4A}" srcId="{DE86F8A8-05DA-4830-96A5-7061F55153B5}" destId="{EC9E4066-FA55-44D0-9846-6261BEBEA38B}" srcOrd="4" destOrd="0" parTransId="{7A930B64-4072-48CD-B2CA-DA8C5B7012AF}" sibTransId="{13657ACF-8162-4AFA-BCA9-5EA79130DCD1}"/>
    <dgm:cxn modelId="{4297DAE9-5AB3-45FD-A336-A728FFE40D99}" srcId="{DE86F8A8-05DA-4830-96A5-7061F55153B5}" destId="{4270E23D-1768-429C-BE5B-BF4E559BBBFF}" srcOrd="0" destOrd="0" parTransId="{709D8356-228F-4B1A-9EE2-EFDBAC260901}" sibTransId="{36B25346-8EAE-4623-8AD2-472C31133139}"/>
    <dgm:cxn modelId="{3AAA3EF2-1DAD-440F-8633-0BBEC64DFC9A}" srcId="{DE86F8A8-05DA-4830-96A5-7061F55153B5}" destId="{9C519241-7B17-43D7-8714-DA093483FFBD}" srcOrd="2" destOrd="0" parTransId="{04357720-D447-4A60-8949-E58C5C90DC0C}" sibTransId="{A0E3FFB0-5A64-40BC-AE17-4EEF710292FF}"/>
    <dgm:cxn modelId="{FE886DFC-4A1F-4A97-84D3-8739C3A06AEC}" srcId="{DE86F8A8-05DA-4830-96A5-7061F55153B5}" destId="{512079D3-D18A-4467-9634-BA7167DB1173}" srcOrd="5" destOrd="0" parTransId="{5B5685F5-DBD9-42DA-8223-01268126692B}" sibTransId="{63EA9A4F-882B-4E48-942F-147340A42C52}"/>
    <dgm:cxn modelId="{98CBDDFD-A83B-4218-B610-CD06FF9D003B}" type="presOf" srcId="{55A89859-CB94-4953-871E-41658F084C3B}" destId="{0F804AC1-8059-463F-9528-86E4DEB4BF21}" srcOrd="0" destOrd="0" presId="urn:microsoft.com/office/officeart/2005/8/layout/vList2"/>
    <dgm:cxn modelId="{A5F538DF-BE50-4D77-A664-A5863A2D09D7}" type="presParOf" srcId="{9FD86CF7-4857-4EC6-8023-EE3BD0D1DC7E}" destId="{5C50D2DE-0A1B-493D-A8AC-CCB0287A4E6B}" srcOrd="0" destOrd="0" presId="urn:microsoft.com/office/officeart/2005/8/layout/vList2"/>
    <dgm:cxn modelId="{F761C2F0-2D26-491E-92E0-E603FADCF0CF}" type="presParOf" srcId="{9FD86CF7-4857-4EC6-8023-EE3BD0D1DC7E}" destId="{E17036DB-0300-4E2C-ABC2-4DD4E2E34306}" srcOrd="1" destOrd="0" presId="urn:microsoft.com/office/officeart/2005/8/layout/vList2"/>
    <dgm:cxn modelId="{9C670CB8-DB47-4910-8143-027708E7A6E9}" type="presParOf" srcId="{9FD86CF7-4857-4EC6-8023-EE3BD0D1DC7E}" destId="{BC6F5AAA-9123-4C11-8438-59E667D57608}" srcOrd="2" destOrd="0" presId="urn:microsoft.com/office/officeart/2005/8/layout/vList2"/>
    <dgm:cxn modelId="{79E516F7-8E7E-4003-B45A-A485C61404FF}" type="presParOf" srcId="{9FD86CF7-4857-4EC6-8023-EE3BD0D1DC7E}" destId="{094957D9-638F-4972-993E-A6C078C099BE}" srcOrd="3" destOrd="0" presId="urn:microsoft.com/office/officeart/2005/8/layout/vList2"/>
    <dgm:cxn modelId="{85724BB8-C37D-4771-898A-100F95920692}" type="presParOf" srcId="{9FD86CF7-4857-4EC6-8023-EE3BD0D1DC7E}" destId="{EA385487-6A4C-4102-B09D-730DD4259A44}" srcOrd="4" destOrd="0" presId="urn:microsoft.com/office/officeart/2005/8/layout/vList2"/>
    <dgm:cxn modelId="{AEDD4F33-764B-4AE9-831A-FD73A378E1D2}" type="presParOf" srcId="{9FD86CF7-4857-4EC6-8023-EE3BD0D1DC7E}" destId="{FDB2DC62-DC2B-4E34-A3F8-C5F066557146}" srcOrd="5" destOrd="0" presId="urn:microsoft.com/office/officeart/2005/8/layout/vList2"/>
    <dgm:cxn modelId="{CAE66F1C-4302-46C6-B49E-FC0901797EEA}" type="presParOf" srcId="{9FD86CF7-4857-4EC6-8023-EE3BD0D1DC7E}" destId="{0F804AC1-8059-463F-9528-86E4DEB4BF21}" srcOrd="6" destOrd="0" presId="urn:microsoft.com/office/officeart/2005/8/layout/vList2"/>
    <dgm:cxn modelId="{7482589B-8DE4-45E1-9566-F2F18ED71FFB}" type="presParOf" srcId="{9FD86CF7-4857-4EC6-8023-EE3BD0D1DC7E}" destId="{9A332ACD-262C-4957-A8B4-E56C2717DD44}" srcOrd="7" destOrd="0" presId="urn:microsoft.com/office/officeart/2005/8/layout/vList2"/>
    <dgm:cxn modelId="{C0298A47-0374-4847-98C6-EF55EF78F0B0}" type="presParOf" srcId="{9FD86CF7-4857-4EC6-8023-EE3BD0D1DC7E}" destId="{65F9B34C-E453-4CC0-A343-E0BA7CA02B02}" srcOrd="8" destOrd="0" presId="urn:microsoft.com/office/officeart/2005/8/layout/vList2"/>
    <dgm:cxn modelId="{E2B17A31-5FBC-469B-A678-C148F4AC6420}" type="presParOf" srcId="{9FD86CF7-4857-4EC6-8023-EE3BD0D1DC7E}" destId="{83A5B4AB-453B-464F-A05F-522117E6049A}" srcOrd="9" destOrd="0" presId="urn:microsoft.com/office/officeart/2005/8/layout/vList2"/>
    <dgm:cxn modelId="{62FACC93-4B47-4185-B32C-D05098A90D2A}" type="presParOf" srcId="{9FD86CF7-4857-4EC6-8023-EE3BD0D1DC7E}" destId="{B8B325FE-F692-4EFC-B416-C3F4D80694B8}" srcOrd="10" destOrd="0" presId="urn:microsoft.com/office/officeart/2005/8/layout/vList2"/>
    <dgm:cxn modelId="{503B8D7E-020B-4320-9EAC-F0B15B847AE3}" type="presParOf" srcId="{9FD86CF7-4857-4EC6-8023-EE3BD0D1DC7E}" destId="{185BA332-68EC-4D05-AFA4-83EF3D6C20D4}" srcOrd="11" destOrd="0" presId="urn:microsoft.com/office/officeart/2005/8/layout/vList2"/>
    <dgm:cxn modelId="{72FFCBF5-C27A-479B-B0D2-E5F8E85998D6}" type="presParOf" srcId="{9FD86CF7-4857-4EC6-8023-EE3BD0D1DC7E}" destId="{650F98A4-7305-4282-B1D1-F55AEA65C492}" srcOrd="12" destOrd="0" presId="urn:microsoft.com/office/officeart/2005/8/layout/vList2"/>
    <dgm:cxn modelId="{1A4EFF40-6F8A-431A-974B-70DF09466802}" type="presParOf" srcId="{9FD86CF7-4857-4EC6-8023-EE3BD0D1DC7E}" destId="{2D85D42E-4AEF-4AEE-8845-32FB561FFA97}" srcOrd="13" destOrd="0" presId="urn:microsoft.com/office/officeart/2005/8/layout/vList2"/>
    <dgm:cxn modelId="{5531D98B-3F04-48E5-91A4-3E0D148359F1}" type="presParOf" srcId="{9FD86CF7-4857-4EC6-8023-EE3BD0D1DC7E}" destId="{94CC4139-4F8F-4975-B856-8DD4A910BA16}" srcOrd="14"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B06B5E8-3228-4A80-AE06-49FCECC029B9}"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CC8019DE-F5A7-410B-A196-AF1B01309453}">
      <dgm:prSet custT="1"/>
      <dgm:spPr/>
      <dgm:t>
        <a:bodyPr/>
        <a:lstStyle/>
        <a:p>
          <a:pPr>
            <a:lnSpc>
              <a:spcPct val="100000"/>
            </a:lnSpc>
          </a:pPr>
          <a:r>
            <a:rPr lang="en-US" sz="2400" dirty="0"/>
            <a:t>What have you accomplished?</a:t>
          </a:r>
        </a:p>
      </dgm:t>
    </dgm:pt>
    <dgm:pt modelId="{F5FEA510-C3BF-46B5-88C5-2CAEB8FB8D3B}" type="parTrans" cxnId="{F949BFC2-C550-42AF-978B-FA37C4E94E56}">
      <dgm:prSet/>
      <dgm:spPr/>
      <dgm:t>
        <a:bodyPr/>
        <a:lstStyle/>
        <a:p>
          <a:endParaRPr lang="en-US"/>
        </a:p>
      </dgm:t>
    </dgm:pt>
    <dgm:pt modelId="{F02269DF-6066-4F72-B4DD-B58D965E95D2}" type="sibTrans" cxnId="{F949BFC2-C550-42AF-978B-FA37C4E94E56}">
      <dgm:prSet/>
      <dgm:spPr/>
      <dgm:t>
        <a:bodyPr/>
        <a:lstStyle/>
        <a:p>
          <a:endParaRPr lang="en-US"/>
        </a:p>
      </dgm:t>
    </dgm:pt>
    <dgm:pt modelId="{AAC49575-1695-42B6-B51C-466CD41A66BC}">
      <dgm:prSet custT="1"/>
      <dgm:spPr/>
      <dgm:t>
        <a:bodyPr/>
        <a:lstStyle/>
        <a:p>
          <a:pPr>
            <a:lnSpc>
              <a:spcPct val="100000"/>
            </a:lnSpc>
          </a:pPr>
          <a:r>
            <a:rPr lang="en-US" sz="2400" dirty="0"/>
            <a:t>What are your strengths?</a:t>
          </a:r>
        </a:p>
      </dgm:t>
    </dgm:pt>
    <dgm:pt modelId="{08B84E39-0D22-4A3C-BCAC-922D432A656E}" type="parTrans" cxnId="{B9CA8118-348F-4D98-AB8A-ACA31230FA61}">
      <dgm:prSet/>
      <dgm:spPr/>
      <dgm:t>
        <a:bodyPr/>
        <a:lstStyle/>
        <a:p>
          <a:endParaRPr lang="en-US"/>
        </a:p>
      </dgm:t>
    </dgm:pt>
    <dgm:pt modelId="{B37F0F7B-681B-460E-826D-006A4ACAC639}" type="sibTrans" cxnId="{B9CA8118-348F-4D98-AB8A-ACA31230FA61}">
      <dgm:prSet/>
      <dgm:spPr/>
      <dgm:t>
        <a:bodyPr/>
        <a:lstStyle/>
        <a:p>
          <a:endParaRPr lang="en-US"/>
        </a:p>
      </dgm:t>
    </dgm:pt>
    <dgm:pt modelId="{73C9434E-0559-4FA8-9F98-687E4EFA2148}">
      <dgm:prSet custT="1"/>
      <dgm:spPr/>
      <dgm:t>
        <a:bodyPr/>
        <a:lstStyle/>
        <a:p>
          <a:pPr>
            <a:lnSpc>
              <a:spcPct val="100000"/>
            </a:lnSpc>
          </a:pPr>
          <a:r>
            <a:rPr lang="en-US" sz="2400" dirty="0"/>
            <a:t>What do you offer to an employer?</a:t>
          </a:r>
        </a:p>
      </dgm:t>
    </dgm:pt>
    <dgm:pt modelId="{57FFAA1D-BD97-4AE8-BB5C-4B834912B4DB}" type="parTrans" cxnId="{440C35D9-019F-49DB-862C-8E337F9E7588}">
      <dgm:prSet/>
      <dgm:spPr/>
      <dgm:t>
        <a:bodyPr/>
        <a:lstStyle/>
        <a:p>
          <a:endParaRPr lang="en-US"/>
        </a:p>
      </dgm:t>
    </dgm:pt>
    <dgm:pt modelId="{428AC209-533E-4DEC-B556-58DB7E87A5F5}" type="sibTrans" cxnId="{440C35D9-019F-49DB-862C-8E337F9E7588}">
      <dgm:prSet/>
      <dgm:spPr/>
      <dgm:t>
        <a:bodyPr/>
        <a:lstStyle/>
        <a:p>
          <a:endParaRPr lang="en-US"/>
        </a:p>
      </dgm:t>
    </dgm:pt>
    <dgm:pt modelId="{1B4785EC-78B6-49F1-A708-9DC0951296CD}">
      <dgm:prSet custT="1"/>
      <dgm:spPr/>
      <dgm:t>
        <a:bodyPr/>
        <a:lstStyle/>
        <a:p>
          <a:pPr>
            <a:lnSpc>
              <a:spcPct val="100000"/>
            </a:lnSpc>
          </a:pPr>
          <a:r>
            <a:rPr lang="en-US" sz="2400" dirty="0"/>
            <a:t>Always be positive</a:t>
          </a:r>
        </a:p>
      </dgm:t>
    </dgm:pt>
    <dgm:pt modelId="{7A2ADA05-F0FC-44B1-A425-25FCFDB1A65B}" type="parTrans" cxnId="{B050DA11-BB96-4303-AB9E-A9EDED13EC63}">
      <dgm:prSet/>
      <dgm:spPr/>
      <dgm:t>
        <a:bodyPr/>
        <a:lstStyle/>
        <a:p>
          <a:endParaRPr lang="en-US"/>
        </a:p>
      </dgm:t>
    </dgm:pt>
    <dgm:pt modelId="{2ED9BCCA-2463-4284-8D1F-D1BCE87A4691}" type="sibTrans" cxnId="{B050DA11-BB96-4303-AB9E-A9EDED13EC63}">
      <dgm:prSet/>
      <dgm:spPr/>
      <dgm:t>
        <a:bodyPr/>
        <a:lstStyle/>
        <a:p>
          <a:endParaRPr lang="en-US"/>
        </a:p>
      </dgm:t>
    </dgm:pt>
    <dgm:pt modelId="{32A12942-5EFC-4AC3-B37A-CE30EECCB2C2}" type="pres">
      <dgm:prSet presAssocID="{0B06B5E8-3228-4A80-AE06-49FCECC029B9}" presName="root" presStyleCnt="0">
        <dgm:presLayoutVars>
          <dgm:dir/>
          <dgm:resizeHandles val="exact"/>
        </dgm:presLayoutVars>
      </dgm:prSet>
      <dgm:spPr/>
    </dgm:pt>
    <dgm:pt modelId="{30FD4F1C-ECD5-4344-83C9-F5E2EA8B0174}" type="pres">
      <dgm:prSet presAssocID="{CC8019DE-F5A7-410B-A196-AF1B01309453}" presName="compNode" presStyleCnt="0"/>
      <dgm:spPr/>
    </dgm:pt>
    <dgm:pt modelId="{A31507B3-8B02-4563-8E94-CFEF6FB49BAA}" type="pres">
      <dgm:prSet presAssocID="{CC8019DE-F5A7-410B-A196-AF1B01309453}"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heckmark"/>
        </a:ext>
      </dgm:extLst>
    </dgm:pt>
    <dgm:pt modelId="{3F1B85CF-82AD-47E2-ABE5-F66E21738AE0}" type="pres">
      <dgm:prSet presAssocID="{CC8019DE-F5A7-410B-A196-AF1B01309453}" presName="spaceRect" presStyleCnt="0"/>
      <dgm:spPr/>
    </dgm:pt>
    <dgm:pt modelId="{1451054A-584A-4A31-ABF7-861F7F3D2BCC}" type="pres">
      <dgm:prSet presAssocID="{CC8019DE-F5A7-410B-A196-AF1B01309453}" presName="textRect" presStyleLbl="revTx" presStyleIdx="0" presStyleCnt="4">
        <dgm:presLayoutVars>
          <dgm:chMax val="1"/>
          <dgm:chPref val="1"/>
        </dgm:presLayoutVars>
      </dgm:prSet>
      <dgm:spPr/>
    </dgm:pt>
    <dgm:pt modelId="{92B55A90-F8AC-4BA2-872A-7154571799F6}" type="pres">
      <dgm:prSet presAssocID="{F02269DF-6066-4F72-B4DD-B58D965E95D2}" presName="sibTrans" presStyleCnt="0"/>
      <dgm:spPr/>
    </dgm:pt>
    <dgm:pt modelId="{B8138A34-4C32-46B9-A042-DA2514458071}" type="pres">
      <dgm:prSet presAssocID="{AAC49575-1695-42B6-B51C-466CD41A66BC}" presName="compNode" presStyleCnt="0"/>
      <dgm:spPr/>
    </dgm:pt>
    <dgm:pt modelId="{4D732A56-78FF-4CAF-88E9-99499DCF5977}" type="pres">
      <dgm:prSet presAssocID="{AAC49575-1695-42B6-B51C-466CD41A66BC}"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ody Builder"/>
        </a:ext>
      </dgm:extLst>
    </dgm:pt>
    <dgm:pt modelId="{45F9F526-A89E-405E-827B-F94CA2AFC0FF}" type="pres">
      <dgm:prSet presAssocID="{AAC49575-1695-42B6-B51C-466CD41A66BC}" presName="spaceRect" presStyleCnt="0"/>
      <dgm:spPr/>
    </dgm:pt>
    <dgm:pt modelId="{73CB85FF-210C-4C08-8A5C-94FCEBB09382}" type="pres">
      <dgm:prSet presAssocID="{AAC49575-1695-42B6-B51C-466CD41A66BC}" presName="textRect" presStyleLbl="revTx" presStyleIdx="1" presStyleCnt="4">
        <dgm:presLayoutVars>
          <dgm:chMax val="1"/>
          <dgm:chPref val="1"/>
        </dgm:presLayoutVars>
      </dgm:prSet>
      <dgm:spPr/>
    </dgm:pt>
    <dgm:pt modelId="{373BF9E8-5243-4AE1-B24D-15FA16185678}" type="pres">
      <dgm:prSet presAssocID="{B37F0F7B-681B-460E-826D-006A4ACAC639}" presName="sibTrans" presStyleCnt="0"/>
      <dgm:spPr/>
    </dgm:pt>
    <dgm:pt modelId="{DC68323C-A240-4008-9C65-3F76D51611FA}" type="pres">
      <dgm:prSet presAssocID="{73C9434E-0559-4FA8-9F98-687E4EFA2148}" presName="compNode" presStyleCnt="0"/>
      <dgm:spPr/>
    </dgm:pt>
    <dgm:pt modelId="{BA09559D-F387-40D0-87CD-53976767AE19}" type="pres">
      <dgm:prSet presAssocID="{73C9434E-0559-4FA8-9F98-687E4EFA2148}"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Office Worker"/>
        </a:ext>
      </dgm:extLst>
    </dgm:pt>
    <dgm:pt modelId="{322763BA-9422-4500-B471-5D2D7EBE4CF0}" type="pres">
      <dgm:prSet presAssocID="{73C9434E-0559-4FA8-9F98-687E4EFA2148}" presName="spaceRect" presStyleCnt="0"/>
      <dgm:spPr/>
    </dgm:pt>
    <dgm:pt modelId="{4DBF4C3B-E795-45AC-B098-9FA56395D352}" type="pres">
      <dgm:prSet presAssocID="{73C9434E-0559-4FA8-9F98-687E4EFA2148}" presName="textRect" presStyleLbl="revTx" presStyleIdx="2" presStyleCnt="4">
        <dgm:presLayoutVars>
          <dgm:chMax val="1"/>
          <dgm:chPref val="1"/>
        </dgm:presLayoutVars>
      </dgm:prSet>
      <dgm:spPr/>
    </dgm:pt>
    <dgm:pt modelId="{C7146A73-92A1-4484-B696-74E336F39161}" type="pres">
      <dgm:prSet presAssocID="{428AC209-533E-4DEC-B556-58DB7E87A5F5}" presName="sibTrans" presStyleCnt="0"/>
      <dgm:spPr/>
    </dgm:pt>
    <dgm:pt modelId="{C4869DBD-EAD7-4332-90B0-2DDC3C815823}" type="pres">
      <dgm:prSet presAssocID="{1B4785EC-78B6-49F1-A708-9DC0951296CD}" presName="compNode" presStyleCnt="0"/>
      <dgm:spPr/>
    </dgm:pt>
    <dgm:pt modelId="{9B7D7839-64C2-4D3F-92DB-5615388304AF}" type="pres">
      <dgm:prSet presAssocID="{1B4785EC-78B6-49F1-A708-9DC0951296CD}"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Thumbs Up Sign"/>
        </a:ext>
      </dgm:extLst>
    </dgm:pt>
    <dgm:pt modelId="{BD86B862-8520-472B-8CD4-3B8DD755036A}" type="pres">
      <dgm:prSet presAssocID="{1B4785EC-78B6-49F1-A708-9DC0951296CD}" presName="spaceRect" presStyleCnt="0"/>
      <dgm:spPr/>
    </dgm:pt>
    <dgm:pt modelId="{E4734E03-7FAF-45B7-AE7B-AABEFF312F0A}" type="pres">
      <dgm:prSet presAssocID="{1B4785EC-78B6-49F1-A708-9DC0951296CD}" presName="textRect" presStyleLbl="revTx" presStyleIdx="3" presStyleCnt="4">
        <dgm:presLayoutVars>
          <dgm:chMax val="1"/>
          <dgm:chPref val="1"/>
        </dgm:presLayoutVars>
      </dgm:prSet>
      <dgm:spPr/>
    </dgm:pt>
  </dgm:ptLst>
  <dgm:cxnLst>
    <dgm:cxn modelId="{5FD53004-FD93-4D6E-B332-2F8F6171A71B}" type="presOf" srcId="{0B06B5E8-3228-4A80-AE06-49FCECC029B9}" destId="{32A12942-5EFC-4AC3-B37A-CE30EECCB2C2}" srcOrd="0" destOrd="0" presId="urn:microsoft.com/office/officeart/2018/2/layout/IconLabelList"/>
    <dgm:cxn modelId="{B050DA11-BB96-4303-AB9E-A9EDED13EC63}" srcId="{0B06B5E8-3228-4A80-AE06-49FCECC029B9}" destId="{1B4785EC-78B6-49F1-A708-9DC0951296CD}" srcOrd="3" destOrd="0" parTransId="{7A2ADA05-F0FC-44B1-A425-25FCFDB1A65B}" sibTransId="{2ED9BCCA-2463-4284-8D1F-D1BCE87A4691}"/>
    <dgm:cxn modelId="{B9CA8118-348F-4D98-AB8A-ACA31230FA61}" srcId="{0B06B5E8-3228-4A80-AE06-49FCECC029B9}" destId="{AAC49575-1695-42B6-B51C-466CD41A66BC}" srcOrd="1" destOrd="0" parTransId="{08B84E39-0D22-4A3C-BCAC-922D432A656E}" sibTransId="{B37F0F7B-681B-460E-826D-006A4ACAC639}"/>
    <dgm:cxn modelId="{05213D1A-3D8E-4376-ACDD-F08B86782CF6}" type="presOf" srcId="{1B4785EC-78B6-49F1-A708-9DC0951296CD}" destId="{E4734E03-7FAF-45B7-AE7B-AABEFF312F0A}" srcOrd="0" destOrd="0" presId="urn:microsoft.com/office/officeart/2018/2/layout/IconLabelList"/>
    <dgm:cxn modelId="{E27CA73F-549C-4D13-8152-7CF4E43EBDC1}" type="presOf" srcId="{CC8019DE-F5A7-410B-A196-AF1B01309453}" destId="{1451054A-584A-4A31-ABF7-861F7F3D2BCC}" srcOrd="0" destOrd="0" presId="urn:microsoft.com/office/officeart/2018/2/layout/IconLabelList"/>
    <dgm:cxn modelId="{B4165350-B49F-461B-9D70-3B8B909B548E}" type="presOf" srcId="{AAC49575-1695-42B6-B51C-466CD41A66BC}" destId="{73CB85FF-210C-4C08-8A5C-94FCEBB09382}" srcOrd="0" destOrd="0" presId="urn:microsoft.com/office/officeart/2018/2/layout/IconLabelList"/>
    <dgm:cxn modelId="{F949BFC2-C550-42AF-978B-FA37C4E94E56}" srcId="{0B06B5E8-3228-4A80-AE06-49FCECC029B9}" destId="{CC8019DE-F5A7-410B-A196-AF1B01309453}" srcOrd="0" destOrd="0" parTransId="{F5FEA510-C3BF-46B5-88C5-2CAEB8FB8D3B}" sibTransId="{F02269DF-6066-4F72-B4DD-B58D965E95D2}"/>
    <dgm:cxn modelId="{440C35D9-019F-49DB-862C-8E337F9E7588}" srcId="{0B06B5E8-3228-4A80-AE06-49FCECC029B9}" destId="{73C9434E-0559-4FA8-9F98-687E4EFA2148}" srcOrd="2" destOrd="0" parTransId="{57FFAA1D-BD97-4AE8-BB5C-4B834912B4DB}" sibTransId="{428AC209-533E-4DEC-B556-58DB7E87A5F5}"/>
    <dgm:cxn modelId="{A4C80EF5-F1C3-433F-BCA7-41A8C3E522E3}" type="presOf" srcId="{73C9434E-0559-4FA8-9F98-687E4EFA2148}" destId="{4DBF4C3B-E795-45AC-B098-9FA56395D352}" srcOrd="0" destOrd="0" presId="urn:microsoft.com/office/officeart/2018/2/layout/IconLabelList"/>
    <dgm:cxn modelId="{7A12CF60-5639-4323-8CC2-1E7EB13E0F08}" type="presParOf" srcId="{32A12942-5EFC-4AC3-B37A-CE30EECCB2C2}" destId="{30FD4F1C-ECD5-4344-83C9-F5E2EA8B0174}" srcOrd="0" destOrd="0" presId="urn:microsoft.com/office/officeart/2018/2/layout/IconLabelList"/>
    <dgm:cxn modelId="{97F926F9-28CA-49AA-A8DA-988E878E9F4A}" type="presParOf" srcId="{30FD4F1C-ECD5-4344-83C9-F5E2EA8B0174}" destId="{A31507B3-8B02-4563-8E94-CFEF6FB49BAA}" srcOrd="0" destOrd="0" presId="urn:microsoft.com/office/officeart/2018/2/layout/IconLabelList"/>
    <dgm:cxn modelId="{39A0AD3F-EB15-4A6A-9D6C-6233E0417D1F}" type="presParOf" srcId="{30FD4F1C-ECD5-4344-83C9-F5E2EA8B0174}" destId="{3F1B85CF-82AD-47E2-ABE5-F66E21738AE0}" srcOrd="1" destOrd="0" presId="urn:microsoft.com/office/officeart/2018/2/layout/IconLabelList"/>
    <dgm:cxn modelId="{8E14F4BF-06D3-44D8-A333-FBDF29B60FB6}" type="presParOf" srcId="{30FD4F1C-ECD5-4344-83C9-F5E2EA8B0174}" destId="{1451054A-584A-4A31-ABF7-861F7F3D2BCC}" srcOrd="2" destOrd="0" presId="urn:microsoft.com/office/officeart/2018/2/layout/IconLabelList"/>
    <dgm:cxn modelId="{6B9B51B5-AA21-43D6-8C8F-119B8B2A6925}" type="presParOf" srcId="{32A12942-5EFC-4AC3-B37A-CE30EECCB2C2}" destId="{92B55A90-F8AC-4BA2-872A-7154571799F6}" srcOrd="1" destOrd="0" presId="urn:microsoft.com/office/officeart/2018/2/layout/IconLabelList"/>
    <dgm:cxn modelId="{EE7D5BFA-F8D3-4E1B-81AD-88EEECD01476}" type="presParOf" srcId="{32A12942-5EFC-4AC3-B37A-CE30EECCB2C2}" destId="{B8138A34-4C32-46B9-A042-DA2514458071}" srcOrd="2" destOrd="0" presId="urn:microsoft.com/office/officeart/2018/2/layout/IconLabelList"/>
    <dgm:cxn modelId="{F59B3952-7748-498D-B37F-6C007AFFF35F}" type="presParOf" srcId="{B8138A34-4C32-46B9-A042-DA2514458071}" destId="{4D732A56-78FF-4CAF-88E9-99499DCF5977}" srcOrd="0" destOrd="0" presId="urn:microsoft.com/office/officeart/2018/2/layout/IconLabelList"/>
    <dgm:cxn modelId="{3604FDF9-3256-4CC8-9A0B-A309281A4B28}" type="presParOf" srcId="{B8138A34-4C32-46B9-A042-DA2514458071}" destId="{45F9F526-A89E-405E-827B-F94CA2AFC0FF}" srcOrd="1" destOrd="0" presId="urn:microsoft.com/office/officeart/2018/2/layout/IconLabelList"/>
    <dgm:cxn modelId="{5069A294-B976-44B6-B8B9-2B2096CCF86D}" type="presParOf" srcId="{B8138A34-4C32-46B9-A042-DA2514458071}" destId="{73CB85FF-210C-4C08-8A5C-94FCEBB09382}" srcOrd="2" destOrd="0" presId="urn:microsoft.com/office/officeart/2018/2/layout/IconLabelList"/>
    <dgm:cxn modelId="{45A42F01-3BC7-45D6-939F-C9189F657DED}" type="presParOf" srcId="{32A12942-5EFC-4AC3-B37A-CE30EECCB2C2}" destId="{373BF9E8-5243-4AE1-B24D-15FA16185678}" srcOrd="3" destOrd="0" presId="urn:microsoft.com/office/officeart/2018/2/layout/IconLabelList"/>
    <dgm:cxn modelId="{389E913D-B7E4-4786-9D4F-5375C1537420}" type="presParOf" srcId="{32A12942-5EFC-4AC3-B37A-CE30EECCB2C2}" destId="{DC68323C-A240-4008-9C65-3F76D51611FA}" srcOrd="4" destOrd="0" presId="urn:microsoft.com/office/officeart/2018/2/layout/IconLabelList"/>
    <dgm:cxn modelId="{E0A601BC-E6BC-4AFB-87A2-684ECC189374}" type="presParOf" srcId="{DC68323C-A240-4008-9C65-3F76D51611FA}" destId="{BA09559D-F387-40D0-87CD-53976767AE19}" srcOrd="0" destOrd="0" presId="urn:microsoft.com/office/officeart/2018/2/layout/IconLabelList"/>
    <dgm:cxn modelId="{AE21733B-F4F3-4E9C-88A2-61ADF727D68E}" type="presParOf" srcId="{DC68323C-A240-4008-9C65-3F76D51611FA}" destId="{322763BA-9422-4500-B471-5D2D7EBE4CF0}" srcOrd="1" destOrd="0" presId="urn:microsoft.com/office/officeart/2018/2/layout/IconLabelList"/>
    <dgm:cxn modelId="{41544D1D-7841-462B-9109-6AEC470F622B}" type="presParOf" srcId="{DC68323C-A240-4008-9C65-3F76D51611FA}" destId="{4DBF4C3B-E795-45AC-B098-9FA56395D352}" srcOrd="2" destOrd="0" presId="urn:microsoft.com/office/officeart/2018/2/layout/IconLabelList"/>
    <dgm:cxn modelId="{CB67D91B-9209-486C-AEB3-1B47B78604A5}" type="presParOf" srcId="{32A12942-5EFC-4AC3-B37A-CE30EECCB2C2}" destId="{C7146A73-92A1-4484-B696-74E336F39161}" srcOrd="5" destOrd="0" presId="urn:microsoft.com/office/officeart/2018/2/layout/IconLabelList"/>
    <dgm:cxn modelId="{19420BB8-7BCF-4FF1-8568-A6DCF791FCE7}" type="presParOf" srcId="{32A12942-5EFC-4AC3-B37A-CE30EECCB2C2}" destId="{C4869DBD-EAD7-4332-90B0-2DDC3C815823}" srcOrd="6" destOrd="0" presId="urn:microsoft.com/office/officeart/2018/2/layout/IconLabelList"/>
    <dgm:cxn modelId="{5A88B243-A082-4B34-BE32-8C30F4C8AA17}" type="presParOf" srcId="{C4869DBD-EAD7-4332-90B0-2DDC3C815823}" destId="{9B7D7839-64C2-4D3F-92DB-5615388304AF}" srcOrd="0" destOrd="0" presId="urn:microsoft.com/office/officeart/2018/2/layout/IconLabelList"/>
    <dgm:cxn modelId="{4BDA6838-F4A0-40E7-8855-378B8CCC441E}" type="presParOf" srcId="{C4869DBD-EAD7-4332-90B0-2DDC3C815823}" destId="{BD86B862-8520-472B-8CD4-3B8DD755036A}" srcOrd="1" destOrd="0" presId="urn:microsoft.com/office/officeart/2018/2/layout/IconLabelList"/>
    <dgm:cxn modelId="{211857AD-934D-47C9-92C5-B94EEFFBE2E1}" type="presParOf" srcId="{C4869DBD-EAD7-4332-90B0-2DDC3C815823}" destId="{E4734E03-7FAF-45B7-AE7B-AABEFF312F0A}" srcOrd="2" destOrd="0" presId="urn:microsoft.com/office/officeart/2018/2/layout/IconLabel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98D267C-38EF-4F8B-8B7F-804D8B7CAD86}"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6D31D59B-2A40-46D8-8F6C-111B979984DF}">
      <dgm:prSet/>
      <dgm:spPr/>
      <dgm:t>
        <a:bodyPr/>
        <a:lstStyle/>
        <a:p>
          <a:r>
            <a:rPr lang="en-GB" dirty="0"/>
            <a:t>Send connection request to people you’re interested in networking with online:</a:t>
          </a:r>
          <a:endParaRPr lang="en-US" dirty="0"/>
        </a:p>
      </dgm:t>
    </dgm:pt>
    <dgm:pt modelId="{A7F516D2-B714-46E5-B9BD-F1DD19043DBF}" type="parTrans" cxnId="{41122BD5-401B-4038-A4C9-7DCCF0A43661}">
      <dgm:prSet/>
      <dgm:spPr/>
      <dgm:t>
        <a:bodyPr/>
        <a:lstStyle/>
        <a:p>
          <a:endParaRPr lang="en-US"/>
        </a:p>
      </dgm:t>
    </dgm:pt>
    <dgm:pt modelId="{1307FD67-606D-4E45-9F1D-600D89889F06}" type="sibTrans" cxnId="{41122BD5-401B-4038-A4C9-7DCCF0A43661}">
      <dgm:prSet/>
      <dgm:spPr/>
      <dgm:t>
        <a:bodyPr/>
        <a:lstStyle/>
        <a:p>
          <a:endParaRPr lang="en-US"/>
        </a:p>
      </dgm:t>
    </dgm:pt>
    <dgm:pt modelId="{1763D9A5-9670-4F06-B7A7-7F977ED29F19}">
      <dgm:prSet/>
      <dgm:spPr/>
      <dgm:t>
        <a:bodyPr/>
        <a:lstStyle/>
        <a:p>
          <a:r>
            <a:rPr lang="en-GB" dirty="0"/>
            <a:t>Fellow work colleagues, past &amp; present, managers and supervisors</a:t>
          </a:r>
          <a:endParaRPr lang="en-US" dirty="0"/>
        </a:p>
      </dgm:t>
    </dgm:pt>
    <dgm:pt modelId="{3B6AB777-DCEE-4C84-B973-C368D2FB3F16}" type="parTrans" cxnId="{93FE0716-2BF5-48C4-BA1E-61B9AF03C54F}">
      <dgm:prSet/>
      <dgm:spPr/>
      <dgm:t>
        <a:bodyPr/>
        <a:lstStyle/>
        <a:p>
          <a:endParaRPr lang="en-US"/>
        </a:p>
      </dgm:t>
    </dgm:pt>
    <dgm:pt modelId="{6D7176E8-0B30-4975-8AD8-3B0686E1CE9B}" type="sibTrans" cxnId="{93FE0716-2BF5-48C4-BA1E-61B9AF03C54F}">
      <dgm:prSet/>
      <dgm:spPr/>
      <dgm:t>
        <a:bodyPr/>
        <a:lstStyle/>
        <a:p>
          <a:endParaRPr lang="en-US"/>
        </a:p>
      </dgm:t>
    </dgm:pt>
    <dgm:pt modelId="{DE178FBF-02DF-4003-A860-B2C473BBC633}">
      <dgm:prSet/>
      <dgm:spPr/>
      <dgm:t>
        <a:bodyPr/>
        <a:lstStyle/>
        <a:p>
          <a:r>
            <a:rPr lang="en-GB"/>
            <a:t>Manchester Met alumni</a:t>
          </a:r>
          <a:endParaRPr lang="en-US"/>
        </a:p>
      </dgm:t>
    </dgm:pt>
    <dgm:pt modelId="{91FD7873-D890-4142-9573-31FB0A46FCAB}" type="parTrans" cxnId="{D7FC0143-03C5-4DE4-8CD0-199D85A90C00}">
      <dgm:prSet/>
      <dgm:spPr/>
      <dgm:t>
        <a:bodyPr/>
        <a:lstStyle/>
        <a:p>
          <a:endParaRPr lang="en-US"/>
        </a:p>
      </dgm:t>
    </dgm:pt>
    <dgm:pt modelId="{695FE9C0-4CA3-4517-B666-47FD2967F04C}" type="sibTrans" cxnId="{D7FC0143-03C5-4DE4-8CD0-199D85A90C00}">
      <dgm:prSet/>
      <dgm:spPr/>
      <dgm:t>
        <a:bodyPr/>
        <a:lstStyle/>
        <a:p>
          <a:endParaRPr lang="en-US"/>
        </a:p>
      </dgm:t>
    </dgm:pt>
    <dgm:pt modelId="{43F43091-8A5E-4DB2-B9C1-9EAB1E79EE18}">
      <dgm:prSet/>
      <dgm:spPr/>
      <dgm:t>
        <a:bodyPr/>
        <a:lstStyle/>
        <a:p>
          <a:r>
            <a:rPr lang="en-GB"/>
            <a:t>Graduate recruitment/human resources/early careers staff</a:t>
          </a:r>
          <a:endParaRPr lang="en-US"/>
        </a:p>
      </dgm:t>
    </dgm:pt>
    <dgm:pt modelId="{7070DDA4-DBE2-4257-BC0D-7D05894507A9}" type="parTrans" cxnId="{AC423BCF-567D-4D95-9F73-30A0D52BADFA}">
      <dgm:prSet/>
      <dgm:spPr/>
      <dgm:t>
        <a:bodyPr/>
        <a:lstStyle/>
        <a:p>
          <a:endParaRPr lang="en-US"/>
        </a:p>
      </dgm:t>
    </dgm:pt>
    <dgm:pt modelId="{0B22C5D3-AFE6-4C2B-8002-C536B75152A5}" type="sibTrans" cxnId="{AC423BCF-567D-4D95-9F73-30A0D52BADFA}">
      <dgm:prSet/>
      <dgm:spPr/>
      <dgm:t>
        <a:bodyPr/>
        <a:lstStyle/>
        <a:p>
          <a:endParaRPr lang="en-US"/>
        </a:p>
      </dgm:t>
    </dgm:pt>
    <dgm:pt modelId="{7E1C3366-1399-4DE4-8DC1-6EF5BDD1E12C}">
      <dgm:prSet/>
      <dgm:spPr/>
      <dgm:t>
        <a:bodyPr/>
        <a:lstStyle/>
        <a:p>
          <a:r>
            <a:rPr lang="en-GB" dirty="0"/>
            <a:t>Professionals working in careers that interest you</a:t>
          </a:r>
          <a:endParaRPr lang="en-US" dirty="0"/>
        </a:p>
      </dgm:t>
    </dgm:pt>
    <dgm:pt modelId="{8F804731-1B03-4C52-AB4D-F7F75CCA2870}" type="parTrans" cxnId="{FB969558-FA65-4D54-8598-61F7E258B039}">
      <dgm:prSet/>
      <dgm:spPr/>
      <dgm:t>
        <a:bodyPr/>
        <a:lstStyle/>
        <a:p>
          <a:endParaRPr lang="en-US"/>
        </a:p>
      </dgm:t>
    </dgm:pt>
    <dgm:pt modelId="{F4C5E3EA-7FEC-4431-A8CA-39B839604F8A}" type="sibTrans" cxnId="{FB969558-FA65-4D54-8598-61F7E258B039}">
      <dgm:prSet/>
      <dgm:spPr/>
      <dgm:t>
        <a:bodyPr/>
        <a:lstStyle/>
        <a:p>
          <a:endParaRPr lang="en-US"/>
        </a:p>
      </dgm:t>
    </dgm:pt>
    <dgm:pt modelId="{D2EA401B-8A79-43D1-9773-150F2FE493F8}">
      <dgm:prSet/>
      <dgm:spPr/>
      <dgm:t>
        <a:bodyPr/>
        <a:lstStyle/>
        <a:p>
          <a:r>
            <a:rPr lang="en-GB"/>
            <a:t>Professionals working in work sectors, industries or professions that interest you</a:t>
          </a:r>
          <a:endParaRPr lang="en-US"/>
        </a:p>
      </dgm:t>
    </dgm:pt>
    <dgm:pt modelId="{DD209C07-B4F3-4FD7-9B0E-1DEA213BADB4}" type="parTrans" cxnId="{B41A3428-5474-417B-8A33-6314F52FE016}">
      <dgm:prSet/>
      <dgm:spPr/>
      <dgm:t>
        <a:bodyPr/>
        <a:lstStyle/>
        <a:p>
          <a:endParaRPr lang="en-US"/>
        </a:p>
      </dgm:t>
    </dgm:pt>
    <dgm:pt modelId="{567E585F-4887-4DBA-938C-B04CA083B552}" type="sibTrans" cxnId="{B41A3428-5474-417B-8A33-6314F52FE016}">
      <dgm:prSet/>
      <dgm:spPr/>
      <dgm:t>
        <a:bodyPr/>
        <a:lstStyle/>
        <a:p>
          <a:endParaRPr lang="en-US"/>
        </a:p>
      </dgm:t>
    </dgm:pt>
    <dgm:pt modelId="{3F822FB0-952E-4AB2-8779-211BA8C30E50}">
      <dgm:prSet/>
      <dgm:spPr/>
      <dgm:t>
        <a:bodyPr/>
        <a:lstStyle/>
        <a:p>
          <a:r>
            <a:rPr lang="en-GB" dirty="0"/>
            <a:t>Write a concise, polite message, and ask something of interest!</a:t>
          </a:r>
          <a:endParaRPr lang="en-US" dirty="0"/>
        </a:p>
      </dgm:t>
    </dgm:pt>
    <dgm:pt modelId="{C2AA577E-3096-4049-AF88-BCC4909E1E84}" type="parTrans" cxnId="{3C879DA1-AD96-4558-9C4E-4D972EC07FE8}">
      <dgm:prSet/>
      <dgm:spPr/>
      <dgm:t>
        <a:bodyPr/>
        <a:lstStyle/>
        <a:p>
          <a:endParaRPr lang="en-US"/>
        </a:p>
      </dgm:t>
    </dgm:pt>
    <dgm:pt modelId="{5DECD120-19AA-4D98-95B9-0A02175F83ED}" type="sibTrans" cxnId="{3C879DA1-AD96-4558-9C4E-4D972EC07FE8}">
      <dgm:prSet/>
      <dgm:spPr/>
      <dgm:t>
        <a:bodyPr/>
        <a:lstStyle/>
        <a:p>
          <a:endParaRPr lang="en-US"/>
        </a:p>
      </dgm:t>
    </dgm:pt>
    <dgm:pt modelId="{02642520-61D4-49EF-B6C3-2394DE7C8D65}" type="pres">
      <dgm:prSet presAssocID="{298D267C-38EF-4F8B-8B7F-804D8B7CAD86}" presName="linear" presStyleCnt="0">
        <dgm:presLayoutVars>
          <dgm:animLvl val="lvl"/>
          <dgm:resizeHandles val="exact"/>
        </dgm:presLayoutVars>
      </dgm:prSet>
      <dgm:spPr/>
    </dgm:pt>
    <dgm:pt modelId="{DB360B24-9F0A-43CC-A017-AF023C2B8383}" type="pres">
      <dgm:prSet presAssocID="{6D31D59B-2A40-46D8-8F6C-111B979984DF}" presName="parentText" presStyleLbl="node1" presStyleIdx="0" presStyleCnt="2">
        <dgm:presLayoutVars>
          <dgm:chMax val="0"/>
          <dgm:bulletEnabled val="1"/>
        </dgm:presLayoutVars>
      </dgm:prSet>
      <dgm:spPr/>
    </dgm:pt>
    <dgm:pt modelId="{C9EDE98E-8C73-4567-99CB-523442DC704D}" type="pres">
      <dgm:prSet presAssocID="{6D31D59B-2A40-46D8-8F6C-111B979984DF}" presName="childText" presStyleLbl="revTx" presStyleIdx="0" presStyleCnt="1">
        <dgm:presLayoutVars>
          <dgm:bulletEnabled val="1"/>
        </dgm:presLayoutVars>
      </dgm:prSet>
      <dgm:spPr/>
    </dgm:pt>
    <dgm:pt modelId="{B6C70715-51AB-43D7-B64C-22E61003F705}" type="pres">
      <dgm:prSet presAssocID="{3F822FB0-952E-4AB2-8779-211BA8C30E50}" presName="parentText" presStyleLbl="node1" presStyleIdx="1" presStyleCnt="2">
        <dgm:presLayoutVars>
          <dgm:chMax val="0"/>
          <dgm:bulletEnabled val="1"/>
        </dgm:presLayoutVars>
      </dgm:prSet>
      <dgm:spPr/>
    </dgm:pt>
  </dgm:ptLst>
  <dgm:cxnLst>
    <dgm:cxn modelId="{73C28F03-4F04-41B4-849E-4C6F422F96C4}" type="presOf" srcId="{3F822FB0-952E-4AB2-8779-211BA8C30E50}" destId="{B6C70715-51AB-43D7-B64C-22E61003F705}" srcOrd="0" destOrd="0" presId="urn:microsoft.com/office/officeart/2005/8/layout/vList2"/>
    <dgm:cxn modelId="{93FE0716-2BF5-48C4-BA1E-61B9AF03C54F}" srcId="{6D31D59B-2A40-46D8-8F6C-111B979984DF}" destId="{1763D9A5-9670-4F06-B7A7-7F977ED29F19}" srcOrd="0" destOrd="0" parTransId="{3B6AB777-DCEE-4C84-B973-C368D2FB3F16}" sibTransId="{6D7176E8-0B30-4975-8AD8-3B0686E1CE9B}"/>
    <dgm:cxn modelId="{73E28B22-EE68-44FE-8AC2-C2EE8D9DA2CD}" type="presOf" srcId="{1763D9A5-9670-4F06-B7A7-7F977ED29F19}" destId="{C9EDE98E-8C73-4567-99CB-523442DC704D}" srcOrd="0" destOrd="0" presId="urn:microsoft.com/office/officeart/2005/8/layout/vList2"/>
    <dgm:cxn modelId="{B41A3428-5474-417B-8A33-6314F52FE016}" srcId="{6D31D59B-2A40-46D8-8F6C-111B979984DF}" destId="{D2EA401B-8A79-43D1-9773-150F2FE493F8}" srcOrd="4" destOrd="0" parTransId="{DD209C07-B4F3-4FD7-9B0E-1DEA213BADB4}" sibTransId="{567E585F-4887-4DBA-938C-B04CA083B552}"/>
    <dgm:cxn modelId="{93D45D5E-1C01-4C3E-B463-4F877EF3BF28}" type="presOf" srcId="{7E1C3366-1399-4DE4-8DC1-6EF5BDD1E12C}" destId="{C9EDE98E-8C73-4567-99CB-523442DC704D}" srcOrd="0" destOrd="3" presId="urn:microsoft.com/office/officeart/2005/8/layout/vList2"/>
    <dgm:cxn modelId="{D7FC0143-03C5-4DE4-8CD0-199D85A90C00}" srcId="{6D31D59B-2A40-46D8-8F6C-111B979984DF}" destId="{DE178FBF-02DF-4003-A860-B2C473BBC633}" srcOrd="1" destOrd="0" parTransId="{91FD7873-D890-4142-9573-31FB0A46FCAB}" sibTransId="{695FE9C0-4CA3-4517-B666-47FD2967F04C}"/>
    <dgm:cxn modelId="{FB969558-FA65-4D54-8598-61F7E258B039}" srcId="{6D31D59B-2A40-46D8-8F6C-111B979984DF}" destId="{7E1C3366-1399-4DE4-8DC1-6EF5BDD1E12C}" srcOrd="3" destOrd="0" parTransId="{8F804731-1B03-4C52-AB4D-F7F75CCA2870}" sibTransId="{F4C5E3EA-7FEC-4431-A8CA-39B839604F8A}"/>
    <dgm:cxn modelId="{E6257A80-847F-4963-AAC4-5A3487435C8E}" type="presOf" srcId="{DE178FBF-02DF-4003-A860-B2C473BBC633}" destId="{C9EDE98E-8C73-4567-99CB-523442DC704D}" srcOrd="0" destOrd="1" presId="urn:microsoft.com/office/officeart/2005/8/layout/vList2"/>
    <dgm:cxn modelId="{9A7F2893-9CDA-40A4-A5B2-EBB4B6B3BA61}" type="presOf" srcId="{6D31D59B-2A40-46D8-8F6C-111B979984DF}" destId="{DB360B24-9F0A-43CC-A017-AF023C2B8383}" srcOrd="0" destOrd="0" presId="urn:microsoft.com/office/officeart/2005/8/layout/vList2"/>
    <dgm:cxn modelId="{8B1A4C9B-6D1F-47BB-80BD-92F17040A359}" type="presOf" srcId="{298D267C-38EF-4F8B-8B7F-804D8B7CAD86}" destId="{02642520-61D4-49EF-B6C3-2394DE7C8D65}" srcOrd="0" destOrd="0" presId="urn:microsoft.com/office/officeart/2005/8/layout/vList2"/>
    <dgm:cxn modelId="{8169AC9C-0759-4118-8B33-8BC109B1D912}" type="presOf" srcId="{D2EA401B-8A79-43D1-9773-150F2FE493F8}" destId="{C9EDE98E-8C73-4567-99CB-523442DC704D}" srcOrd="0" destOrd="4" presId="urn:microsoft.com/office/officeart/2005/8/layout/vList2"/>
    <dgm:cxn modelId="{3C879DA1-AD96-4558-9C4E-4D972EC07FE8}" srcId="{298D267C-38EF-4F8B-8B7F-804D8B7CAD86}" destId="{3F822FB0-952E-4AB2-8779-211BA8C30E50}" srcOrd="1" destOrd="0" parTransId="{C2AA577E-3096-4049-AF88-BCC4909E1E84}" sibTransId="{5DECD120-19AA-4D98-95B9-0A02175F83ED}"/>
    <dgm:cxn modelId="{AC423BCF-567D-4D95-9F73-30A0D52BADFA}" srcId="{6D31D59B-2A40-46D8-8F6C-111B979984DF}" destId="{43F43091-8A5E-4DB2-B9C1-9EAB1E79EE18}" srcOrd="2" destOrd="0" parTransId="{7070DDA4-DBE2-4257-BC0D-7D05894507A9}" sibTransId="{0B22C5D3-AFE6-4C2B-8002-C536B75152A5}"/>
    <dgm:cxn modelId="{41122BD5-401B-4038-A4C9-7DCCF0A43661}" srcId="{298D267C-38EF-4F8B-8B7F-804D8B7CAD86}" destId="{6D31D59B-2A40-46D8-8F6C-111B979984DF}" srcOrd="0" destOrd="0" parTransId="{A7F516D2-B714-46E5-B9BD-F1DD19043DBF}" sibTransId="{1307FD67-606D-4E45-9F1D-600D89889F06}"/>
    <dgm:cxn modelId="{B435FEF3-F265-4858-B90F-6DCFBEAE9DBD}" type="presOf" srcId="{43F43091-8A5E-4DB2-B9C1-9EAB1E79EE18}" destId="{C9EDE98E-8C73-4567-99CB-523442DC704D}" srcOrd="0" destOrd="2" presId="urn:microsoft.com/office/officeart/2005/8/layout/vList2"/>
    <dgm:cxn modelId="{AA22BDCD-5FF7-472E-9ECF-7AC49F884876}" type="presParOf" srcId="{02642520-61D4-49EF-B6C3-2394DE7C8D65}" destId="{DB360B24-9F0A-43CC-A017-AF023C2B8383}" srcOrd="0" destOrd="0" presId="urn:microsoft.com/office/officeart/2005/8/layout/vList2"/>
    <dgm:cxn modelId="{0B6686C1-0736-4BFF-815C-B3B1741C6FE6}" type="presParOf" srcId="{02642520-61D4-49EF-B6C3-2394DE7C8D65}" destId="{C9EDE98E-8C73-4567-99CB-523442DC704D}" srcOrd="1" destOrd="0" presId="urn:microsoft.com/office/officeart/2005/8/layout/vList2"/>
    <dgm:cxn modelId="{45EA648E-EFD5-4D38-9269-33141FE0075D}" type="presParOf" srcId="{02642520-61D4-49EF-B6C3-2394DE7C8D65}" destId="{B6C70715-51AB-43D7-B64C-22E61003F705}" srcOrd="2" destOrd="0" presId="urn:microsoft.com/office/officeart/2005/8/layout/vList2"/>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74A5A7-D226-4126-BAF4-FDEFEC163A64}">
      <dsp:nvSpPr>
        <dsp:cNvPr id="0" name=""/>
        <dsp:cNvSpPr/>
      </dsp:nvSpPr>
      <dsp:spPr>
        <a:xfrm>
          <a:off x="2256368" y="330553"/>
          <a:ext cx="810000" cy="81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6FE4B5D-934E-498A-9E2C-E4B0B29EB2F7}">
      <dsp:nvSpPr>
        <dsp:cNvPr id="0" name=""/>
        <dsp:cNvSpPr/>
      </dsp:nvSpPr>
      <dsp:spPr>
        <a:xfrm>
          <a:off x="1761368" y="1419045"/>
          <a:ext cx="1800000" cy="76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100000"/>
            </a:lnSpc>
            <a:spcBef>
              <a:spcPct val="0"/>
            </a:spcBef>
            <a:spcAft>
              <a:spcPct val="35000"/>
            </a:spcAft>
            <a:buNone/>
          </a:pPr>
          <a:r>
            <a:rPr lang="en-US" sz="2400" kern="1200" dirty="0">
              <a:latin typeface="+mn-lt"/>
            </a:rPr>
            <a:t>Profile</a:t>
          </a:r>
        </a:p>
      </dsp:txBody>
      <dsp:txXfrm>
        <a:off x="1761368" y="1419045"/>
        <a:ext cx="1800000" cy="765000"/>
      </dsp:txXfrm>
    </dsp:sp>
    <dsp:sp modelId="{DDB4D400-F0FD-4037-92D1-BF4673B6A813}">
      <dsp:nvSpPr>
        <dsp:cNvPr id="0" name=""/>
        <dsp:cNvSpPr/>
      </dsp:nvSpPr>
      <dsp:spPr>
        <a:xfrm>
          <a:off x="4371368" y="330553"/>
          <a:ext cx="810000" cy="81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AF2700C-1637-43A8-BA63-D103059C46A7}">
      <dsp:nvSpPr>
        <dsp:cNvPr id="0" name=""/>
        <dsp:cNvSpPr/>
      </dsp:nvSpPr>
      <dsp:spPr>
        <a:xfrm>
          <a:off x="3876368" y="1419045"/>
          <a:ext cx="1800000" cy="76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100000"/>
            </a:lnSpc>
            <a:spcBef>
              <a:spcPct val="0"/>
            </a:spcBef>
            <a:spcAft>
              <a:spcPct val="35000"/>
            </a:spcAft>
            <a:buNone/>
          </a:pPr>
          <a:r>
            <a:rPr lang="en-US" sz="2400" kern="1200" dirty="0"/>
            <a:t>Network</a:t>
          </a:r>
        </a:p>
      </dsp:txBody>
      <dsp:txXfrm>
        <a:off x="3876368" y="1419045"/>
        <a:ext cx="1800000" cy="765000"/>
      </dsp:txXfrm>
    </dsp:sp>
    <dsp:sp modelId="{FE00FB2B-ADD6-46F5-B353-45B148D56C28}">
      <dsp:nvSpPr>
        <dsp:cNvPr id="0" name=""/>
        <dsp:cNvSpPr/>
      </dsp:nvSpPr>
      <dsp:spPr>
        <a:xfrm>
          <a:off x="6486368" y="330553"/>
          <a:ext cx="810000" cy="81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7ACC36A-72E9-4FB8-9441-7D12878B7A36}">
      <dsp:nvSpPr>
        <dsp:cNvPr id="0" name=""/>
        <dsp:cNvSpPr/>
      </dsp:nvSpPr>
      <dsp:spPr>
        <a:xfrm>
          <a:off x="5991368" y="1419045"/>
          <a:ext cx="1800000" cy="76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100000"/>
            </a:lnSpc>
            <a:spcBef>
              <a:spcPct val="0"/>
            </a:spcBef>
            <a:spcAft>
              <a:spcPct val="35000"/>
            </a:spcAft>
            <a:buNone/>
          </a:pPr>
          <a:r>
            <a:rPr lang="en-US" sz="2400" kern="1200" dirty="0"/>
            <a:t>Engaging on Linked In</a:t>
          </a:r>
        </a:p>
      </dsp:txBody>
      <dsp:txXfrm>
        <a:off x="5991368" y="1419045"/>
        <a:ext cx="1800000" cy="765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50D2DE-0A1B-493D-A8AC-CCB0287A4E6B}">
      <dsp:nvSpPr>
        <dsp:cNvPr id="0" name=""/>
        <dsp:cNvSpPr/>
      </dsp:nvSpPr>
      <dsp:spPr>
        <a:xfrm>
          <a:off x="0" y="843"/>
          <a:ext cx="9552737" cy="51301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kern="1200" dirty="0"/>
            <a:t>Photo</a:t>
          </a:r>
          <a:endParaRPr lang="en-US" sz="2400" kern="1200" dirty="0"/>
        </a:p>
      </dsp:txBody>
      <dsp:txXfrm>
        <a:off x="25043" y="25886"/>
        <a:ext cx="9502651" cy="462931"/>
      </dsp:txXfrm>
    </dsp:sp>
    <dsp:sp modelId="{BC6F5AAA-9123-4C11-8438-59E667D57608}">
      <dsp:nvSpPr>
        <dsp:cNvPr id="0" name=""/>
        <dsp:cNvSpPr/>
      </dsp:nvSpPr>
      <dsp:spPr>
        <a:xfrm>
          <a:off x="0" y="526489"/>
          <a:ext cx="9552737" cy="51301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kern="1200" dirty="0"/>
            <a:t>Headline</a:t>
          </a:r>
          <a:endParaRPr lang="en-US" sz="2400" kern="1200" dirty="0"/>
        </a:p>
      </dsp:txBody>
      <dsp:txXfrm>
        <a:off x="25043" y="551532"/>
        <a:ext cx="9502651" cy="462931"/>
      </dsp:txXfrm>
    </dsp:sp>
    <dsp:sp modelId="{EA385487-6A4C-4102-B09D-730DD4259A44}">
      <dsp:nvSpPr>
        <dsp:cNvPr id="0" name=""/>
        <dsp:cNvSpPr/>
      </dsp:nvSpPr>
      <dsp:spPr>
        <a:xfrm>
          <a:off x="0" y="1052135"/>
          <a:ext cx="9552737" cy="51301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kern="1200" dirty="0"/>
            <a:t>Summary</a:t>
          </a:r>
          <a:endParaRPr lang="en-US" sz="2400" kern="1200" dirty="0"/>
        </a:p>
      </dsp:txBody>
      <dsp:txXfrm>
        <a:off x="25043" y="1077178"/>
        <a:ext cx="9502651" cy="462931"/>
      </dsp:txXfrm>
    </dsp:sp>
    <dsp:sp modelId="{0F804AC1-8059-463F-9528-86E4DEB4BF21}">
      <dsp:nvSpPr>
        <dsp:cNvPr id="0" name=""/>
        <dsp:cNvSpPr/>
      </dsp:nvSpPr>
      <dsp:spPr>
        <a:xfrm>
          <a:off x="0" y="1577780"/>
          <a:ext cx="9552737" cy="51301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kern="1200" dirty="0"/>
            <a:t>Experience</a:t>
          </a:r>
          <a:endParaRPr lang="en-US" sz="2400" kern="1200" dirty="0"/>
        </a:p>
      </dsp:txBody>
      <dsp:txXfrm>
        <a:off x="25043" y="1602823"/>
        <a:ext cx="9502651" cy="462931"/>
      </dsp:txXfrm>
    </dsp:sp>
    <dsp:sp modelId="{65F9B34C-E453-4CC0-A343-E0BA7CA02B02}">
      <dsp:nvSpPr>
        <dsp:cNvPr id="0" name=""/>
        <dsp:cNvSpPr/>
      </dsp:nvSpPr>
      <dsp:spPr>
        <a:xfrm>
          <a:off x="0" y="2103426"/>
          <a:ext cx="9552737" cy="51301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kern="1200" dirty="0"/>
            <a:t>Education</a:t>
          </a:r>
          <a:endParaRPr lang="en-US" sz="2400" kern="1200" dirty="0"/>
        </a:p>
      </dsp:txBody>
      <dsp:txXfrm>
        <a:off x="25043" y="2128469"/>
        <a:ext cx="9502651" cy="462931"/>
      </dsp:txXfrm>
    </dsp:sp>
    <dsp:sp modelId="{B8B325FE-F692-4EFC-B416-C3F4D80694B8}">
      <dsp:nvSpPr>
        <dsp:cNvPr id="0" name=""/>
        <dsp:cNvSpPr/>
      </dsp:nvSpPr>
      <dsp:spPr>
        <a:xfrm>
          <a:off x="0" y="2629072"/>
          <a:ext cx="9552737" cy="51301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kern="1200" dirty="0"/>
            <a:t>Skills</a:t>
          </a:r>
          <a:endParaRPr lang="en-US" sz="2400" kern="1200" dirty="0"/>
        </a:p>
      </dsp:txBody>
      <dsp:txXfrm>
        <a:off x="25043" y="2654115"/>
        <a:ext cx="9502651" cy="462931"/>
      </dsp:txXfrm>
    </dsp:sp>
    <dsp:sp modelId="{650F98A4-7305-4282-B1D1-F55AEA65C492}">
      <dsp:nvSpPr>
        <dsp:cNvPr id="0" name=""/>
        <dsp:cNvSpPr/>
      </dsp:nvSpPr>
      <dsp:spPr>
        <a:xfrm>
          <a:off x="0" y="3154717"/>
          <a:ext cx="9552737" cy="51301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kern="1200" dirty="0"/>
            <a:t>Recommendations</a:t>
          </a:r>
          <a:endParaRPr lang="en-US" sz="2400" kern="1200" dirty="0"/>
        </a:p>
      </dsp:txBody>
      <dsp:txXfrm>
        <a:off x="25043" y="3179760"/>
        <a:ext cx="9502651" cy="462931"/>
      </dsp:txXfrm>
    </dsp:sp>
    <dsp:sp modelId="{94CC4139-4F8F-4975-B856-8DD4A910BA16}">
      <dsp:nvSpPr>
        <dsp:cNvPr id="0" name=""/>
        <dsp:cNvSpPr/>
      </dsp:nvSpPr>
      <dsp:spPr>
        <a:xfrm>
          <a:off x="0" y="3680363"/>
          <a:ext cx="9552737" cy="51301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kern="1200" dirty="0"/>
            <a:t>Additional </a:t>
          </a:r>
          <a:endParaRPr lang="en-US" sz="2400" kern="1200" dirty="0"/>
        </a:p>
      </dsp:txBody>
      <dsp:txXfrm>
        <a:off x="25043" y="3705406"/>
        <a:ext cx="9502651" cy="46293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1507B3-8B02-4563-8E94-CFEF6FB49BAA}">
      <dsp:nvSpPr>
        <dsp:cNvPr id="0" name=""/>
        <dsp:cNvSpPr/>
      </dsp:nvSpPr>
      <dsp:spPr>
        <a:xfrm>
          <a:off x="717350" y="472112"/>
          <a:ext cx="919022" cy="91902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451054A-584A-4A31-ABF7-861F7F3D2BCC}">
      <dsp:nvSpPr>
        <dsp:cNvPr id="0" name=""/>
        <dsp:cNvSpPr/>
      </dsp:nvSpPr>
      <dsp:spPr>
        <a:xfrm>
          <a:off x="155725" y="1752133"/>
          <a:ext cx="2042273" cy="11235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100000"/>
            </a:lnSpc>
            <a:spcBef>
              <a:spcPct val="0"/>
            </a:spcBef>
            <a:spcAft>
              <a:spcPct val="35000"/>
            </a:spcAft>
            <a:buNone/>
          </a:pPr>
          <a:r>
            <a:rPr lang="en-US" sz="2400" kern="1200" dirty="0"/>
            <a:t>What have you accomplished?</a:t>
          </a:r>
        </a:p>
      </dsp:txBody>
      <dsp:txXfrm>
        <a:off x="155725" y="1752133"/>
        <a:ext cx="2042273" cy="1123593"/>
      </dsp:txXfrm>
    </dsp:sp>
    <dsp:sp modelId="{4D732A56-78FF-4CAF-88E9-99499DCF5977}">
      <dsp:nvSpPr>
        <dsp:cNvPr id="0" name=""/>
        <dsp:cNvSpPr/>
      </dsp:nvSpPr>
      <dsp:spPr>
        <a:xfrm>
          <a:off x="3117021" y="472112"/>
          <a:ext cx="919022" cy="91902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3CB85FF-210C-4C08-8A5C-94FCEBB09382}">
      <dsp:nvSpPr>
        <dsp:cNvPr id="0" name=""/>
        <dsp:cNvSpPr/>
      </dsp:nvSpPr>
      <dsp:spPr>
        <a:xfrm>
          <a:off x="2555396" y="1752133"/>
          <a:ext cx="2042273" cy="11235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100000"/>
            </a:lnSpc>
            <a:spcBef>
              <a:spcPct val="0"/>
            </a:spcBef>
            <a:spcAft>
              <a:spcPct val="35000"/>
            </a:spcAft>
            <a:buNone/>
          </a:pPr>
          <a:r>
            <a:rPr lang="en-US" sz="2400" kern="1200" dirty="0"/>
            <a:t>What are your strengths?</a:t>
          </a:r>
        </a:p>
      </dsp:txBody>
      <dsp:txXfrm>
        <a:off x="2555396" y="1752133"/>
        <a:ext cx="2042273" cy="1123593"/>
      </dsp:txXfrm>
    </dsp:sp>
    <dsp:sp modelId="{BA09559D-F387-40D0-87CD-53976767AE19}">
      <dsp:nvSpPr>
        <dsp:cNvPr id="0" name=""/>
        <dsp:cNvSpPr/>
      </dsp:nvSpPr>
      <dsp:spPr>
        <a:xfrm>
          <a:off x="5516692" y="472112"/>
          <a:ext cx="919022" cy="91902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DBF4C3B-E795-45AC-B098-9FA56395D352}">
      <dsp:nvSpPr>
        <dsp:cNvPr id="0" name=""/>
        <dsp:cNvSpPr/>
      </dsp:nvSpPr>
      <dsp:spPr>
        <a:xfrm>
          <a:off x="4955067" y="1752133"/>
          <a:ext cx="2042273" cy="11235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100000"/>
            </a:lnSpc>
            <a:spcBef>
              <a:spcPct val="0"/>
            </a:spcBef>
            <a:spcAft>
              <a:spcPct val="35000"/>
            </a:spcAft>
            <a:buNone/>
          </a:pPr>
          <a:r>
            <a:rPr lang="en-US" sz="2400" kern="1200" dirty="0"/>
            <a:t>What do you offer to an employer?</a:t>
          </a:r>
        </a:p>
      </dsp:txBody>
      <dsp:txXfrm>
        <a:off x="4955067" y="1752133"/>
        <a:ext cx="2042273" cy="1123593"/>
      </dsp:txXfrm>
    </dsp:sp>
    <dsp:sp modelId="{9B7D7839-64C2-4D3F-92DB-5615388304AF}">
      <dsp:nvSpPr>
        <dsp:cNvPr id="0" name=""/>
        <dsp:cNvSpPr/>
      </dsp:nvSpPr>
      <dsp:spPr>
        <a:xfrm>
          <a:off x="7916363" y="472112"/>
          <a:ext cx="919022" cy="91902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4734E03-7FAF-45B7-AE7B-AABEFF312F0A}">
      <dsp:nvSpPr>
        <dsp:cNvPr id="0" name=""/>
        <dsp:cNvSpPr/>
      </dsp:nvSpPr>
      <dsp:spPr>
        <a:xfrm>
          <a:off x="7354738" y="1752133"/>
          <a:ext cx="2042273" cy="11235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100000"/>
            </a:lnSpc>
            <a:spcBef>
              <a:spcPct val="0"/>
            </a:spcBef>
            <a:spcAft>
              <a:spcPct val="35000"/>
            </a:spcAft>
            <a:buNone/>
          </a:pPr>
          <a:r>
            <a:rPr lang="en-US" sz="2400" kern="1200" dirty="0"/>
            <a:t>Always be positive</a:t>
          </a:r>
        </a:p>
      </dsp:txBody>
      <dsp:txXfrm>
        <a:off x="7354738" y="1752133"/>
        <a:ext cx="2042273" cy="112359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360B24-9F0A-43CC-A017-AF023C2B8383}">
      <dsp:nvSpPr>
        <dsp:cNvPr id="0" name=""/>
        <dsp:cNvSpPr/>
      </dsp:nvSpPr>
      <dsp:spPr>
        <a:xfrm>
          <a:off x="0" y="278560"/>
          <a:ext cx="10361088" cy="57563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kern="1200" dirty="0"/>
            <a:t>Send connection request to people you’re interested in networking with online:</a:t>
          </a:r>
          <a:endParaRPr lang="en-US" sz="2400" kern="1200" dirty="0"/>
        </a:p>
      </dsp:txBody>
      <dsp:txXfrm>
        <a:off x="28100" y="306660"/>
        <a:ext cx="10304888" cy="519439"/>
      </dsp:txXfrm>
    </dsp:sp>
    <dsp:sp modelId="{C9EDE98E-8C73-4567-99CB-523442DC704D}">
      <dsp:nvSpPr>
        <dsp:cNvPr id="0" name=""/>
        <dsp:cNvSpPr/>
      </dsp:nvSpPr>
      <dsp:spPr>
        <a:xfrm>
          <a:off x="0" y="854199"/>
          <a:ext cx="10361088" cy="16394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8965"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GB" sz="1900" kern="1200" dirty="0"/>
            <a:t>Fellow work colleagues, past &amp; present, managers and supervisors</a:t>
          </a:r>
          <a:endParaRPr lang="en-US" sz="1900" kern="1200" dirty="0"/>
        </a:p>
        <a:p>
          <a:pPr marL="171450" lvl="1" indent="-171450" algn="l" defTabSz="844550">
            <a:lnSpc>
              <a:spcPct val="90000"/>
            </a:lnSpc>
            <a:spcBef>
              <a:spcPct val="0"/>
            </a:spcBef>
            <a:spcAft>
              <a:spcPct val="20000"/>
            </a:spcAft>
            <a:buChar char="•"/>
          </a:pPr>
          <a:r>
            <a:rPr lang="en-GB" sz="1900" kern="1200"/>
            <a:t>Manchester Met alumni</a:t>
          </a:r>
          <a:endParaRPr lang="en-US" sz="1900" kern="1200"/>
        </a:p>
        <a:p>
          <a:pPr marL="171450" lvl="1" indent="-171450" algn="l" defTabSz="844550">
            <a:lnSpc>
              <a:spcPct val="90000"/>
            </a:lnSpc>
            <a:spcBef>
              <a:spcPct val="0"/>
            </a:spcBef>
            <a:spcAft>
              <a:spcPct val="20000"/>
            </a:spcAft>
            <a:buChar char="•"/>
          </a:pPr>
          <a:r>
            <a:rPr lang="en-GB" sz="1900" kern="1200"/>
            <a:t>Graduate recruitment/human resources/early careers staff</a:t>
          </a:r>
          <a:endParaRPr lang="en-US" sz="1900" kern="1200"/>
        </a:p>
        <a:p>
          <a:pPr marL="171450" lvl="1" indent="-171450" algn="l" defTabSz="844550">
            <a:lnSpc>
              <a:spcPct val="90000"/>
            </a:lnSpc>
            <a:spcBef>
              <a:spcPct val="0"/>
            </a:spcBef>
            <a:spcAft>
              <a:spcPct val="20000"/>
            </a:spcAft>
            <a:buChar char="•"/>
          </a:pPr>
          <a:r>
            <a:rPr lang="en-GB" sz="1900" kern="1200" dirty="0"/>
            <a:t>Professionals working in careers that interest you</a:t>
          </a:r>
          <a:endParaRPr lang="en-US" sz="1900" kern="1200" dirty="0"/>
        </a:p>
        <a:p>
          <a:pPr marL="171450" lvl="1" indent="-171450" algn="l" defTabSz="844550">
            <a:lnSpc>
              <a:spcPct val="90000"/>
            </a:lnSpc>
            <a:spcBef>
              <a:spcPct val="0"/>
            </a:spcBef>
            <a:spcAft>
              <a:spcPct val="20000"/>
            </a:spcAft>
            <a:buChar char="•"/>
          </a:pPr>
          <a:r>
            <a:rPr lang="en-GB" sz="1900" kern="1200"/>
            <a:t>Professionals working in work sectors, industries or professions that interest you</a:t>
          </a:r>
          <a:endParaRPr lang="en-US" sz="1900" kern="1200"/>
        </a:p>
      </dsp:txBody>
      <dsp:txXfrm>
        <a:off x="0" y="854199"/>
        <a:ext cx="10361088" cy="1639440"/>
      </dsp:txXfrm>
    </dsp:sp>
    <dsp:sp modelId="{B6C70715-51AB-43D7-B64C-22E61003F705}">
      <dsp:nvSpPr>
        <dsp:cNvPr id="0" name=""/>
        <dsp:cNvSpPr/>
      </dsp:nvSpPr>
      <dsp:spPr>
        <a:xfrm>
          <a:off x="0" y="2493640"/>
          <a:ext cx="10361088" cy="57563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kern="1200" dirty="0"/>
            <a:t>Write a concise, polite message, and ask something of interest!</a:t>
          </a:r>
          <a:endParaRPr lang="en-US" sz="2400" kern="1200" dirty="0"/>
        </a:p>
      </dsp:txBody>
      <dsp:txXfrm>
        <a:off x="28100" y="2521740"/>
        <a:ext cx="10304888" cy="519439"/>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EF2940-3A32-4575-9F1A-2EE6104F3806}" type="datetimeFigureOut">
              <a:rPr lang="en-GB" smtClean="0"/>
              <a:t>26/11/2025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A8FD3F-D319-434F-B48D-5B443711A984}" type="slidenum">
              <a:rPr lang="en-GB" smtClean="0"/>
              <a:t>‹#›</a:t>
            </a:fld>
            <a:endParaRPr lang="en-GB"/>
          </a:p>
        </p:txBody>
      </p:sp>
    </p:spTree>
    <p:extLst>
      <p:ext uri="{BB962C8B-B14F-4D97-AF65-F5344CB8AC3E}">
        <p14:creationId xmlns:p14="http://schemas.microsoft.com/office/powerpoint/2010/main" val="10466230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2 new members per second. </a:t>
            </a:r>
          </a:p>
          <a:p>
            <a:r>
              <a:rPr lang="en-GB" dirty="0"/>
              <a:t>500 Million +</a:t>
            </a:r>
            <a:r>
              <a:rPr lang="en-GB" baseline="0" dirty="0"/>
              <a:t> users</a:t>
            </a:r>
            <a:endParaRPr lang="en-GB"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dirty="0">
                <a:latin typeface="+mn-lt"/>
              </a:rPr>
              <a:t>There are more </a:t>
            </a:r>
            <a:r>
              <a:rPr lang="en-GB" sz="1200" b="1" dirty="0">
                <a:solidFill>
                  <a:srgbClr val="0070C0"/>
                </a:solidFill>
                <a:latin typeface="+mn-lt"/>
              </a:rPr>
              <a:t>40 million students and recent graduates </a:t>
            </a:r>
            <a:r>
              <a:rPr lang="en-GB" sz="1200" dirty="0">
                <a:latin typeface="+mn-lt"/>
              </a:rPr>
              <a:t>on LinkedIn. They are LinkedIn's fastest-growing demographic.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dirty="0">
                <a:latin typeface="+mn-lt"/>
              </a:rPr>
              <a:t>Q.  If there are 40 million</a:t>
            </a:r>
            <a:r>
              <a:rPr lang="en-GB" sz="1200" baseline="0" dirty="0">
                <a:latin typeface="+mn-lt"/>
              </a:rPr>
              <a:t> students on there, who else will be on there?  RECRUITERS!</a:t>
            </a:r>
            <a:endParaRPr lang="en-GB" sz="1200" dirty="0">
              <a:latin typeface="+mn-lt"/>
            </a:endParaRPr>
          </a:p>
          <a:p>
            <a:endParaRPr lang="en-GB" dirty="0"/>
          </a:p>
          <a:p>
            <a:r>
              <a:rPr lang="en-GB" dirty="0"/>
              <a:t>Your unique</a:t>
            </a:r>
            <a:r>
              <a:rPr lang="en-GB" baseline="0" dirty="0"/>
              <a:t> </a:t>
            </a:r>
            <a:r>
              <a:rPr lang="en-GB" dirty="0"/>
              <a:t>Professional story – helps you connect with opportunities</a:t>
            </a:r>
          </a:p>
          <a:p>
            <a:endParaRPr lang="en-GB" dirty="0"/>
          </a:p>
          <a:p>
            <a:r>
              <a:rPr lang="en-GB" dirty="0"/>
              <a:t>Social Media outputs – different roles to play. </a:t>
            </a:r>
          </a:p>
          <a:p>
            <a:r>
              <a:rPr lang="en-GB" dirty="0"/>
              <a:t>Instagram eg.  Really rubbish</a:t>
            </a:r>
            <a:r>
              <a:rPr lang="en-GB" baseline="0" dirty="0"/>
              <a:t> if you don’t follow and interact with people or things you like.  The same applies with LinkedIn</a:t>
            </a:r>
            <a:endParaRPr lang="en-GB" dirty="0"/>
          </a:p>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EF1EC99-F7AE-4EE3-9CCA-C9698C504E25}"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70646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635202E-EBC4-4023-A90A-B07312BA01F7}" type="slidenum">
              <a:rPr kumimoji="0" lang="en-GB" altLang="en-US" sz="1200" b="0" i="0" u="none" strike="noStrike" kern="1200" cap="none" spc="0" normalizeH="0" baseline="0" noProof="0" smtClean="0">
                <a:ln>
                  <a:noFill/>
                </a:ln>
                <a:solidFill>
                  <a:prstClr val="black"/>
                </a:solidFill>
                <a:effectLst/>
                <a:uLnTx/>
                <a:uFillTx/>
                <a:latin typeface="Calibri" panose="020F0502020204030204" pitchFamily="34" charset="0"/>
                <a:ea typeface="MS PGothic"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GB" altLang="en-US" sz="1200" b="0" i="0" u="none" strike="noStrike" kern="1200" cap="none" spc="0" normalizeH="0" baseline="0" noProof="0" dirty="0">
              <a:ln>
                <a:noFill/>
              </a:ln>
              <a:solidFill>
                <a:prstClr val="black"/>
              </a:solidFill>
              <a:effectLst/>
              <a:uLnTx/>
              <a:uFillTx/>
              <a:latin typeface="Calibri" panose="020F0502020204030204" pitchFamily="34" charset="0"/>
              <a:ea typeface="MS PGothic" panose="020B0600070205080204" pitchFamily="34" charset="-128"/>
              <a:cs typeface="+mn-cs"/>
            </a:endParaRPr>
          </a:p>
        </p:txBody>
      </p:sp>
    </p:spTree>
    <p:extLst>
      <p:ext uri="{BB962C8B-B14F-4D97-AF65-F5344CB8AC3E}">
        <p14:creationId xmlns:p14="http://schemas.microsoft.com/office/powerpoint/2010/main" val="14989313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20283"/>
            <a:ext cx="5181600" cy="980017"/>
          </a:xfrm>
        </p:spPr>
        <p:txBody>
          <a:bodyPr/>
          <a:lstStyle/>
          <a:p>
            <a:r>
              <a:rPr lang="en-US"/>
              <a:t>Click to edit Master title style</a:t>
            </a:r>
          </a:p>
        </p:txBody>
      </p:sp>
      <p:sp>
        <p:nvSpPr>
          <p:cNvPr id="3" name="Subtitle 2"/>
          <p:cNvSpPr>
            <a:spLocks noGrp="1"/>
          </p:cNvSpPr>
          <p:nvPr>
            <p:ph type="subTitle" idx="1"/>
          </p:nvPr>
        </p:nvSpPr>
        <p:spPr>
          <a:xfrm>
            <a:off x="914400" y="2590800"/>
            <a:ext cx="4267200" cy="1168400"/>
          </a:xfrm>
        </p:spPr>
        <p:txBody>
          <a:bodyPr/>
          <a:lstStyle>
            <a:lvl1pPr marL="0" indent="0" algn="ctr">
              <a:buNone/>
              <a:defRPr>
                <a:solidFill>
                  <a:schemeClr val="tx1">
                    <a:tint val="75000"/>
                  </a:schemeClr>
                </a:solidFill>
              </a:defRPr>
            </a:lvl1pPr>
            <a:lvl2pPr marL="304815" indent="0" algn="ctr">
              <a:buNone/>
              <a:defRPr>
                <a:solidFill>
                  <a:schemeClr val="tx1">
                    <a:tint val="75000"/>
                  </a:schemeClr>
                </a:solidFill>
              </a:defRPr>
            </a:lvl2pPr>
            <a:lvl3pPr marL="609630" indent="0" algn="ctr">
              <a:buNone/>
              <a:defRPr>
                <a:solidFill>
                  <a:schemeClr val="tx1">
                    <a:tint val="75000"/>
                  </a:schemeClr>
                </a:solidFill>
              </a:defRPr>
            </a:lvl3pPr>
            <a:lvl4pPr marL="914446" indent="0" algn="ctr">
              <a:buNone/>
              <a:defRPr>
                <a:solidFill>
                  <a:schemeClr val="tx1">
                    <a:tint val="75000"/>
                  </a:schemeClr>
                </a:solidFill>
              </a:defRPr>
            </a:lvl4pPr>
            <a:lvl5pPr marL="1219261" indent="0" algn="ctr">
              <a:buNone/>
              <a:defRPr>
                <a:solidFill>
                  <a:schemeClr val="tx1">
                    <a:tint val="75000"/>
                  </a:schemeClr>
                </a:solidFill>
              </a:defRPr>
            </a:lvl5pPr>
            <a:lvl6pPr marL="1524076" indent="0" algn="ctr">
              <a:buNone/>
              <a:defRPr>
                <a:solidFill>
                  <a:schemeClr val="tx1">
                    <a:tint val="75000"/>
                  </a:schemeClr>
                </a:solidFill>
              </a:defRPr>
            </a:lvl6pPr>
            <a:lvl7pPr marL="1828891" indent="0" algn="ctr">
              <a:buNone/>
              <a:defRPr>
                <a:solidFill>
                  <a:schemeClr val="tx1">
                    <a:tint val="75000"/>
                  </a:schemeClr>
                </a:solidFill>
              </a:defRPr>
            </a:lvl7pPr>
            <a:lvl8pPr marL="2133707" indent="0" algn="ctr">
              <a:buNone/>
              <a:defRPr>
                <a:solidFill>
                  <a:schemeClr val="tx1">
                    <a:tint val="75000"/>
                  </a:schemeClr>
                </a:solidFill>
              </a:defRPr>
            </a:lvl8pPr>
            <a:lvl9pPr marL="243852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723244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671252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2" y="2937934"/>
            <a:ext cx="5181600" cy="908050"/>
          </a:xfrm>
        </p:spPr>
        <p:txBody>
          <a:bodyPr anchor="t"/>
          <a:lstStyle>
            <a:lvl1pPr algn="l">
              <a:defRPr sz="2667" b="1" cap="all"/>
            </a:lvl1pPr>
          </a:lstStyle>
          <a:p>
            <a:r>
              <a:rPr lang="en-US"/>
              <a:t>Click to edit Master title style</a:t>
            </a:r>
          </a:p>
        </p:txBody>
      </p:sp>
      <p:sp>
        <p:nvSpPr>
          <p:cNvPr id="3" name="Text Placeholder 2"/>
          <p:cNvSpPr>
            <a:spLocks noGrp="1"/>
          </p:cNvSpPr>
          <p:nvPr>
            <p:ph type="body" idx="1"/>
          </p:nvPr>
        </p:nvSpPr>
        <p:spPr>
          <a:xfrm>
            <a:off x="481542" y="1937809"/>
            <a:ext cx="5181600" cy="1000125"/>
          </a:xfrm>
        </p:spPr>
        <p:txBody>
          <a:bodyPr anchor="b"/>
          <a:lstStyle>
            <a:lvl1pPr marL="0" indent="0">
              <a:buNone/>
              <a:defRPr sz="1333">
                <a:solidFill>
                  <a:schemeClr val="tx1">
                    <a:tint val="75000"/>
                  </a:schemeClr>
                </a:solidFill>
              </a:defRPr>
            </a:lvl1pPr>
            <a:lvl2pPr marL="304815" indent="0">
              <a:buNone/>
              <a:defRPr sz="1200">
                <a:solidFill>
                  <a:schemeClr val="tx1">
                    <a:tint val="75000"/>
                  </a:schemeClr>
                </a:solidFill>
              </a:defRPr>
            </a:lvl2pPr>
            <a:lvl3pPr marL="609630" indent="0">
              <a:buNone/>
              <a:defRPr sz="1067">
                <a:solidFill>
                  <a:schemeClr val="tx1">
                    <a:tint val="75000"/>
                  </a:schemeClr>
                </a:solidFill>
              </a:defRPr>
            </a:lvl3pPr>
            <a:lvl4pPr marL="914446" indent="0">
              <a:buNone/>
              <a:defRPr sz="933">
                <a:solidFill>
                  <a:schemeClr val="tx1">
                    <a:tint val="75000"/>
                  </a:schemeClr>
                </a:solidFill>
              </a:defRPr>
            </a:lvl4pPr>
            <a:lvl5pPr marL="1219261" indent="0">
              <a:buNone/>
              <a:defRPr sz="933">
                <a:solidFill>
                  <a:schemeClr val="tx1">
                    <a:tint val="75000"/>
                  </a:schemeClr>
                </a:solidFill>
              </a:defRPr>
            </a:lvl5pPr>
            <a:lvl6pPr marL="1524076" indent="0">
              <a:buNone/>
              <a:defRPr sz="933">
                <a:solidFill>
                  <a:schemeClr val="tx1">
                    <a:tint val="75000"/>
                  </a:schemeClr>
                </a:solidFill>
              </a:defRPr>
            </a:lvl6pPr>
            <a:lvl7pPr marL="1828891" indent="0">
              <a:buNone/>
              <a:defRPr sz="933">
                <a:solidFill>
                  <a:schemeClr val="tx1">
                    <a:tint val="75000"/>
                  </a:schemeClr>
                </a:solidFill>
              </a:defRPr>
            </a:lvl7pPr>
            <a:lvl8pPr marL="2133707" indent="0">
              <a:buNone/>
              <a:defRPr sz="933">
                <a:solidFill>
                  <a:schemeClr val="tx1">
                    <a:tint val="75000"/>
                  </a:schemeClr>
                </a:solidFill>
              </a:defRPr>
            </a:lvl8pPr>
            <a:lvl9pPr marL="2438522" indent="0">
              <a:buNone/>
              <a:defRPr sz="9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485170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059834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0" y="1023409"/>
            <a:ext cx="2693459"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304800" y="1449917"/>
            <a:ext cx="2693459"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88355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00082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883451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182033"/>
            <a:ext cx="2005542" cy="774700"/>
          </a:xfrm>
        </p:spPr>
        <p:txBody>
          <a:bodyPr anchor="b"/>
          <a:lstStyle>
            <a:lvl1pPr algn="l">
              <a:defRPr sz="1333" b="1"/>
            </a:lvl1pPr>
          </a:lstStyle>
          <a:p>
            <a:r>
              <a:rPr lang="en-US"/>
              <a:t>Click to edit Master title style</a:t>
            </a:r>
          </a:p>
        </p:txBody>
      </p:sp>
      <p:sp>
        <p:nvSpPr>
          <p:cNvPr id="3" name="Content Placeholder 2"/>
          <p:cNvSpPr>
            <a:spLocks noGrp="1"/>
          </p:cNvSpPr>
          <p:nvPr>
            <p:ph idx="1"/>
          </p:nvPr>
        </p:nvSpPr>
        <p:spPr>
          <a:xfrm>
            <a:off x="2383367" y="182034"/>
            <a:ext cx="3407833" cy="3902075"/>
          </a:xfrm>
        </p:spPr>
        <p:txBody>
          <a:bodyPr/>
          <a:lstStyle>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956734"/>
            <a:ext cx="2005542" cy="31273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503581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0"/>
            <a:ext cx="3657600" cy="377825"/>
          </a:xfrm>
        </p:spPr>
        <p:txBody>
          <a:bodyPr anchor="b"/>
          <a:lstStyle>
            <a:lvl1pPr algn="l">
              <a:defRPr sz="1333"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endParaRPr lang="en-US"/>
          </a:p>
        </p:txBody>
      </p:sp>
      <p:sp>
        <p:nvSpPr>
          <p:cNvPr id="4" name="Text Placeholder 3"/>
          <p:cNvSpPr>
            <a:spLocks noGrp="1"/>
          </p:cNvSpPr>
          <p:nvPr>
            <p:ph type="body" sz="half" idx="2"/>
          </p:nvPr>
        </p:nvSpPr>
        <p:spPr>
          <a:xfrm>
            <a:off x="1194859" y="3578225"/>
            <a:ext cx="3657600" cy="5365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3679772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329199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19600" y="183092"/>
            <a:ext cx="1371600" cy="39010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83092"/>
            <a:ext cx="4013200" cy="39010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226364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2A57E-ACB0-7C48-8BD7-0D2D54FAAE7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D963880-B7B0-784C-8BEA-147A22F64BE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902B103-4BFE-0B4E-8704-A0B275ED8ED7}"/>
              </a:ext>
            </a:extLst>
          </p:cNvPr>
          <p:cNvSpPr>
            <a:spLocks noGrp="1"/>
          </p:cNvSpPr>
          <p:nvPr>
            <p:ph type="dt" sz="half" idx="10"/>
          </p:nvPr>
        </p:nvSpPr>
        <p:spPr/>
        <p:txBody>
          <a:bodyPr/>
          <a:lstStyle/>
          <a:p>
            <a:fld id="{B1849B2C-8D8C-FA4C-88FD-68A02A85FCCB}" type="datetimeFigureOut">
              <a:rPr lang="en-US" smtClean="0"/>
              <a:t>11/26/2025</a:t>
            </a:fld>
            <a:endParaRPr lang="en-US" dirty="0"/>
          </a:p>
        </p:txBody>
      </p:sp>
      <p:sp>
        <p:nvSpPr>
          <p:cNvPr id="5" name="Footer Placeholder 4">
            <a:extLst>
              <a:ext uri="{FF2B5EF4-FFF2-40B4-BE49-F238E27FC236}">
                <a16:creationId xmlns:a16="http://schemas.microsoft.com/office/drawing/2014/main" id="{6373929E-561E-0A42-849C-205B57EEF59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C1255DF-73AD-DE4C-9EB3-4B347A4DE970}"/>
              </a:ext>
            </a:extLst>
          </p:cNvPr>
          <p:cNvSpPr>
            <a:spLocks noGrp="1"/>
          </p:cNvSpPr>
          <p:nvPr>
            <p:ph type="sldNum" sz="quarter" idx="12"/>
          </p:nvPr>
        </p:nvSpPr>
        <p:spPr/>
        <p:txBody>
          <a:bodyPr/>
          <a:lstStyle/>
          <a:p>
            <a:fld id="{7B75F52A-480D-754C-9B5D-FFDB265253ED}" type="slidenum">
              <a:rPr lang="en-US" smtClean="0"/>
              <a:t>‹#›</a:t>
            </a:fld>
            <a:endParaRPr lang="en-US" dirty="0"/>
          </a:p>
        </p:txBody>
      </p:sp>
    </p:spTree>
    <p:extLst>
      <p:ext uri="{BB962C8B-B14F-4D97-AF65-F5344CB8AC3E}">
        <p14:creationId xmlns:p14="http://schemas.microsoft.com/office/powerpoint/2010/main" val="31580130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C8E43-1E14-E34C-81DE-D351DFDB0D4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4062DF-FF82-D749-A6F2-93931F94616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BA7790-FB3B-5F40-BE6C-314ED1D3B306}"/>
              </a:ext>
            </a:extLst>
          </p:cNvPr>
          <p:cNvSpPr>
            <a:spLocks noGrp="1"/>
          </p:cNvSpPr>
          <p:nvPr>
            <p:ph type="dt" sz="half" idx="10"/>
          </p:nvPr>
        </p:nvSpPr>
        <p:spPr/>
        <p:txBody>
          <a:bodyPr/>
          <a:lstStyle/>
          <a:p>
            <a:fld id="{B1849B2C-8D8C-FA4C-88FD-68A02A85FCCB}" type="datetimeFigureOut">
              <a:rPr lang="en-US" smtClean="0"/>
              <a:t>11/26/2025</a:t>
            </a:fld>
            <a:endParaRPr lang="en-US" dirty="0"/>
          </a:p>
        </p:txBody>
      </p:sp>
      <p:sp>
        <p:nvSpPr>
          <p:cNvPr id="5" name="Footer Placeholder 4">
            <a:extLst>
              <a:ext uri="{FF2B5EF4-FFF2-40B4-BE49-F238E27FC236}">
                <a16:creationId xmlns:a16="http://schemas.microsoft.com/office/drawing/2014/main" id="{2749F53B-CB8D-BA4C-9DA6-981055AC783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6845500-0CCD-3C4C-A942-8C7375AFC934}"/>
              </a:ext>
            </a:extLst>
          </p:cNvPr>
          <p:cNvSpPr>
            <a:spLocks noGrp="1"/>
          </p:cNvSpPr>
          <p:nvPr>
            <p:ph type="sldNum" sz="quarter" idx="12"/>
          </p:nvPr>
        </p:nvSpPr>
        <p:spPr/>
        <p:txBody>
          <a:bodyPr/>
          <a:lstStyle/>
          <a:p>
            <a:fld id="{7B75F52A-480D-754C-9B5D-FFDB265253ED}" type="slidenum">
              <a:rPr lang="en-US" smtClean="0"/>
              <a:t>‹#›</a:t>
            </a:fld>
            <a:endParaRPr lang="en-US" dirty="0"/>
          </a:p>
        </p:txBody>
      </p:sp>
    </p:spTree>
    <p:extLst>
      <p:ext uri="{BB962C8B-B14F-4D97-AF65-F5344CB8AC3E}">
        <p14:creationId xmlns:p14="http://schemas.microsoft.com/office/powerpoint/2010/main" val="24741138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9039B2-8ACC-AE41-8E73-85612F65089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BF7A66A-9217-CC46-B34F-AD3FA44DACA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072F673-04D3-2F43-BCA2-436735583620}"/>
              </a:ext>
            </a:extLst>
          </p:cNvPr>
          <p:cNvSpPr>
            <a:spLocks noGrp="1"/>
          </p:cNvSpPr>
          <p:nvPr>
            <p:ph type="dt" sz="half" idx="10"/>
          </p:nvPr>
        </p:nvSpPr>
        <p:spPr/>
        <p:txBody>
          <a:bodyPr/>
          <a:lstStyle/>
          <a:p>
            <a:fld id="{B1849B2C-8D8C-FA4C-88FD-68A02A85FCCB}" type="datetimeFigureOut">
              <a:rPr lang="en-US" smtClean="0"/>
              <a:t>11/26/2025</a:t>
            </a:fld>
            <a:endParaRPr lang="en-US" dirty="0"/>
          </a:p>
        </p:txBody>
      </p:sp>
      <p:sp>
        <p:nvSpPr>
          <p:cNvPr id="5" name="Footer Placeholder 4">
            <a:extLst>
              <a:ext uri="{FF2B5EF4-FFF2-40B4-BE49-F238E27FC236}">
                <a16:creationId xmlns:a16="http://schemas.microsoft.com/office/drawing/2014/main" id="{51FE9AD2-EBC0-6740-8379-E8D3E419A6B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ABEA864-5E80-A240-9E24-7A0E7D16804C}"/>
              </a:ext>
            </a:extLst>
          </p:cNvPr>
          <p:cNvSpPr>
            <a:spLocks noGrp="1"/>
          </p:cNvSpPr>
          <p:nvPr>
            <p:ph type="sldNum" sz="quarter" idx="12"/>
          </p:nvPr>
        </p:nvSpPr>
        <p:spPr/>
        <p:txBody>
          <a:bodyPr/>
          <a:lstStyle/>
          <a:p>
            <a:fld id="{7B75F52A-480D-754C-9B5D-FFDB265253ED}" type="slidenum">
              <a:rPr lang="en-US" smtClean="0"/>
              <a:t>‹#›</a:t>
            </a:fld>
            <a:endParaRPr lang="en-US" dirty="0"/>
          </a:p>
        </p:txBody>
      </p:sp>
    </p:spTree>
    <p:extLst>
      <p:ext uri="{BB962C8B-B14F-4D97-AF65-F5344CB8AC3E}">
        <p14:creationId xmlns:p14="http://schemas.microsoft.com/office/powerpoint/2010/main" val="21817821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FF4143-40FF-2F47-A435-23A7C21447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9BA4561-4AAF-5A47-B4E1-95C7177CE9A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9D87F7B-568C-4144-90DD-C2FA6A5161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DEB7E9A-18B6-EA44-A513-B45DAEB8EABA}"/>
              </a:ext>
            </a:extLst>
          </p:cNvPr>
          <p:cNvSpPr>
            <a:spLocks noGrp="1"/>
          </p:cNvSpPr>
          <p:nvPr>
            <p:ph type="dt" sz="half" idx="10"/>
          </p:nvPr>
        </p:nvSpPr>
        <p:spPr/>
        <p:txBody>
          <a:bodyPr/>
          <a:lstStyle/>
          <a:p>
            <a:fld id="{B1849B2C-8D8C-FA4C-88FD-68A02A85FCCB}" type="datetimeFigureOut">
              <a:rPr lang="en-US" smtClean="0"/>
              <a:t>11/26/2025</a:t>
            </a:fld>
            <a:endParaRPr lang="en-US" dirty="0"/>
          </a:p>
        </p:txBody>
      </p:sp>
      <p:sp>
        <p:nvSpPr>
          <p:cNvPr id="6" name="Footer Placeholder 5">
            <a:extLst>
              <a:ext uri="{FF2B5EF4-FFF2-40B4-BE49-F238E27FC236}">
                <a16:creationId xmlns:a16="http://schemas.microsoft.com/office/drawing/2014/main" id="{B29D260F-69A2-854E-9089-F8BC8BC49F4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CBA6011-1C46-024E-9E51-768759452126}"/>
              </a:ext>
            </a:extLst>
          </p:cNvPr>
          <p:cNvSpPr>
            <a:spLocks noGrp="1"/>
          </p:cNvSpPr>
          <p:nvPr>
            <p:ph type="sldNum" sz="quarter" idx="12"/>
          </p:nvPr>
        </p:nvSpPr>
        <p:spPr/>
        <p:txBody>
          <a:bodyPr/>
          <a:lstStyle/>
          <a:p>
            <a:fld id="{7B75F52A-480D-754C-9B5D-FFDB265253ED}" type="slidenum">
              <a:rPr lang="en-US" smtClean="0"/>
              <a:t>‹#›</a:t>
            </a:fld>
            <a:endParaRPr lang="en-US" dirty="0"/>
          </a:p>
        </p:txBody>
      </p:sp>
    </p:spTree>
    <p:extLst>
      <p:ext uri="{BB962C8B-B14F-4D97-AF65-F5344CB8AC3E}">
        <p14:creationId xmlns:p14="http://schemas.microsoft.com/office/powerpoint/2010/main" val="19535381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161D46-56EB-6B40-A9A4-5349AE3E44E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A1B7C36-AF20-894B-9F42-8665E5706C5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03E4713-5D8F-AF44-A6B9-485C58491A1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6B35489-771E-8A4E-87A1-E341A5D5FF7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54BCA7C-2658-FF42-8239-E1987C23DD2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52A7923-064B-7040-90FF-12740BEF5EF0}"/>
              </a:ext>
            </a:extLst>
          </p:cNvPr>
          <p:cNvSpPr>
            <a:spLocks noGrp="1"/>
          </p:cNvSpPr>
          <p:nvPr>
            <p:ph type="dt" sz="half" idx="10"/>
          </p:nvPr>
        </p:nvSpPr>
        <p:spPr/>
        <p:txBody>
          <a:bodyPr/>
          <a:lstStyle/>
          <a:p>
            <a:fld id="{B1849B2C-8D8C-FA4C-88FD-68A02A85FCCB}" type="datetimeFigureOut">
              <a:rPr lang="en-US" smtClean="0"/>
              <a:t>11/26/2025</a:t>
            </a:fld>
            <a:endParaRPr lang="en-US" dirty="0"/>
          </a:p>
        </p:txBody>
      </p:sp>
      <p:sp>
        <p:nvSpPr>
          <p:cNvPr id="8" name="Footer Placeholder 7">
            <a:extLst>
              <a:ext uri="{FF2B5EF4-FFF2-40B4-BE49-F238E27FC236}">
                <a16:creationId xmlns:a16="http://schemas.microsoft.com/office/drawing/2014/main" id="{02F7815E-BAF7-714C-B02F-22E3C4C29D60}"/>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045024C0-920C-6042-A922-BF7BCCC03365}"/>
              </a:ext>
            </a:extLst>
          </p:cNvPr>
          <p:cNvSpPr>
            <a:spLocks noGrp="1"/>
          </p:cNvSpPr>
          <p:nvPr>
            <p:ph type="sldNum" sz="quarter" idx="12"/>
          </p:nvPr>
        </p:nvSpPr>
        <p:spPr/>
        <p:txBody>
          <a:bodyPr/>
          <a:lstStyle/>
          <a:p>
            <a:fld id="{7B75F52A-480D-754C-9B5D-FFDB265253ED}" type="slidenum">
              <a:rPr lang="en-US" smtClean="0"/>
              <a:t>‹#›</a:t>
            </a:fld>
            <a:endParaRPr lang="en-US" dirty="0"/>
          </a:p>
        </p:txBody>
      </p:sp>
    </p:spTree>
    <p:extLst>
      <p:ext uri="{BB962C8B-B14F-4D97-AF65-F5344CB8AC3E}">
        <p14:creationId xmlns:p14="http://schemas.microsoft.com/office/powerpoint/2010/main" val="25864898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D3F3AE-615A-7F46-99A4-337CA4C54A1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312251B-A115-F04F-BC9B-865247B56642}"/>
              </a:ext>
            </a:extLst>
          </p:cNvPr>
          <p:cNvSpPr>
            <a:spLocks noGrp="1"/>
          </p:cNvSpPr>
          <p:nvPr>
            <p:ph type="dt" sz="half" idx="10"/>
          </p:nvPr>
        </p:nvSpPr>
        <p:spPr/>
        <p:txBody>
          <a:bodyPr/>
          <a:lstStyle/>
          <a:p>
            <a:fld id="{B1849B2C-8D8C-FA4C-88FD-68A02A85FCCB}" type="datetimeFigureOut">
              <a:rPr lang="en-US" smtClean="0"/>
              <a:t>11/26/2025</a:t>
            </a:fld>
            <a:endParaRPr lang="en-US" dirty="0"/>
          </a:p>
        </p:txBody>
      </p:sp>
      <p:sp>
        <p:nvSpPr>
          <p:cNvPr id="4" name="Footer Placeholder 3">
            <a:extLst>
              <a:ext uri="{FF2B5EF4-FFF2-40B4-BE49-F238E27FC236}">
                <a16:creationId xmlns:a16="http://schemas.microsoft.com/office/drawing/2014/main" id="{9AE5026A-9B0A-AD40-A874-2CD059EFB601}"/>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4CC36759-FCA6-0B44-B4EA-D61072965C51}"/>
              </a:ext>
            </a:extLst>
          </p:cNvPr>
          <p:cNvSpPr>
            <a:spLocks noGrp="1"/>
          </p:cNvSpPr>
          <p:nvPr>
            <p:ph type="sldNum" sz="quarter" idx="12"/>
          </p:nvPr>
        </p:nvSpPr>
        <p:spPr/>
        <p:txBody>
          <a:bodyPr/>
          <a:lstStyle/>
          <a:p>
            <a:fld id="{7B75F52A-480D-754C-9B5D-FFDB265253ED}" type="slidenum">
              <a:rPr lang="en-US" smtClean="0"/>
              <a:t>‹#›</a:t>
            </a:fld>
            <a:endParaRPr lang="en-US" dirty="0"/>
          </a:p>
        </p:txBody>
      </p:sp>
    </p:spTree>
    <p:extLst>
      <p:ext uri="{BB962C8B-B14F-4D97-AF65-F5344CB8AC3E}">
        <p14:creationId xmlns:p14="http://schemas.microsoft.com/office/powerpoint/2010/main" val="24314707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20D3238-5C3C-8E4C-A51E-04653C6ACCB3}"/>
              </a:ext>
            </a:extLst>
          </p:cNvPr>
          <p:cNvSpPr>
            <a:spLocks noGrp="1"/>
          </p:cNvSpPr>
          <p:nvPr>
            <p:ph type="dt" sz="half" idx="10"/>
          </p:nvPr>
        </p:nvSpPr>
        <p:spPr/>
        <p:txBody>
          <a:bodyPr/>
          <a:lstStyle/>
          <a:p>
            <a:fld id="{B1849B2C-8D8C-FA4C-88FD-68A02A85FCCB}" type="datetimeFigureOut">
              <a:rPr lang="en-US" smtClean="0"/>
              <a:t>11/26/2025</a:t>
            </a:fld>
            <a:endParaRPr lang="en-US" dirty="0"/>
          </a:p>
        </p:txBody>
      </p:sp>
      <p:sp>
        <p:nvSpPr>
          <p:cNvPr id="3" name="Footer Placeholder 2">
            <a:extLst>
              <a:ext uri="{FF2B5EF4-FFF2-40B4-BE49-F238E27FC236}">
                <a16:creationId xmlns:a16="http://schemas.microsoft.com/office/drawing/2014/main" id="{C462B268-32E9-584A-8BFB-776D5E135C5E}"/>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47DACA50-29FA-E142-B2BD-15D66F64DA06}"/>
              </a:ext>
            </a:extLst>
          </p:cNvPr>
          <p:cNvSpPr>
            <a:spLocks noGrp="1"/>
          </p:cNvSpPr>
          <p:nvPr>
            <p:ph type="sldNum" sz="quarter" idx="12"/>
          </p:nvPr>
        </p:nvSpPr>
        <p:spPr/>
        <p:txBody>
          <a:bodyPr/>
          <a:lstStyle/>
          <a:p>
            <a:fld id="{7B75F52A-480D-754C-9B5D-FFDB265253ED}" type="slidenum">
              <a:rPr lang="en-US" smtClean="0"/>
              <a:t>‹#›</a:t>
            </a:fld>
            <a:endParaRPr lang="en-US" dirty="0"/>
          </a:p>
        </p:txBody>
      </p:sp>
    </p:spTree>
    <p:extLst>
      <p:ext uri="{BB962C8B-B14F-4D97-AF65-F5344CB8AC3E}">
        <p14:creationId xmlns:p14="http://schemas.microsoft.com/office/powerpoint/2010/main" val="345193930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B0707-93AA-2543-ABEA-E09310EEF2C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A6EFAB0-BEAA-694F-B625-A07EC2E1EE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25442AA-8F66-BB43-9076-59D453709A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2E021C-E15B-DD43-939E-31CE027504C0}"/>
              </a:ext>
            </a:extLst>
          </p:cNvPr>
          <p:cNvSpPr>
            <a:spLocks noGrp="1"/>
          </p:cNvSpPr>
          <p:nvPr>
            <p:ph type="dt" sz="half" idx="10"/>
          </p:nvPr>
        </p:nvSpPr>
        <p:spPr/>
        <p:txBody>
          <a:bodyPr/>
          <a:lstStyle/>
          <a:p>
            <a:fld id="{B1849B2C-8D8C-FA4C-88FD-68A02A85FCCB}" type="datetimeFigureOut">
              <a:rPr lang="en-US" smtClean="0"/>
              <a:t>11/26/2025</a:t>
            </a:fld>
            <a:endParaRPr lang="en-US" dirty="0"/>
          </a:p>
        </p:txBody>
      </p:sp>
      <p:sp>
        <p:nvSpPr>
          <p:cNvPr id="6" name="Footer Placeholder 5">
            <a:extLst>
              <a:ext uri="{FF2B5EF4-FFF2-40B4-BE49-F238E27FC236}">
                <a16:creationId xmlns:a16="http://schemas.microsoft.com/office/drawing/2014/main" id="{C48E91EB-737D-5D42-A549-F3C604D6847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B9C44DF-925D-DD48-B704-95D4D520B3ED}"/>
              </a:ext>
            </a:extLst>
          </p:cNvPr>
          <p:cNvSpPr>
            <a:spLocks noGrp="1"/>
          </p:cNvSpPr>
          <p:nvPr>
            <p:ph type="sldNum" sz="quarter" idx="12"/>
          </p:nvPr>
        </p:nvSpPr>
        <p:spPr/>
        <p:txBody>
          <a:bodyPr/>
          <a:lstStyle/>
          <a:p>
            <a:fld id="{7B75F52A-480D-754C-9B5D-FFDB265253ED}" type="slidenum">
              <a:rPr lang="en-US" smtClean="0"/>
              <a:t>‹#›</a:t>
            </a:fld>
            <a:endParaRPr lang="en-US" dirty="0"/>
          </a:p>
        </p:txBody>
      </p:sp>
    </p:spTree>
    <p:extLst>
      <p:ext uri="{BB962C8B-B14F-4D97-AF65-F5344CB8AC3E}">
        <p14:creationId xmlns:p14="http://schemas.microsoft.com/office/powerpoint/2010/main" val="319457901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CB89E-65BB-2C43-B4C5-5B0C216402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6955888-FE15-AC4C-BC37-DF2E103127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02F15477-BE6E-D04D-92DF-AEC3037D16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A4358C-0959-864E-9D0C-F27F55C12E1C}"/>
              </a:ext>
            </a:extLst>
          </p:cNvPr>
          <p:cNvSpPr>
            <a:spLocks noGrp="1"/>
          </p:cNvSpPr>
          <p:nvPr>
            <p:ph type="dt" sz="half" idx="10"/>
          </p:nvPr>
        </p:nvSpPr>
        <p:spPr/>
        <p:txBody>
          <a:bodyPr/>
          <a:lstStyle/>
          <a:p>
            <a:fld id="{B1849B2C-8D8C-FA4C-88FD-68A02A85FCCB}" type="datetimeFigureOut">
              <a:rPr lang="en-US" smtClean="0"/>
              <a:t>11/26/2025</a:t>
            </a:fld>
            <a:endParaRPr lang="en-US" dirty="0"/>
          </a:p>
        </p:txBody>
      </p:sp>
      <p:sp>
        <p:nvSpPr>
          <p:cNvPr id="6" name="Footer Placeholder 5">
            <a:extLst>
              <a:ext uri="{FF2B5EF4-FFF2-40B4-BE49-F238E27FC236}">
                <a16:creationId xmlns:a16="http://schemas.microsoft.com/office/drawing/2014/main" id="{39E22B4A-8568-EE40-8184-A5435438DD1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DCC34D2-FA35-BE49-BE63-6FEF02B6F769}"/>
              </a:ext>
            </a:extLst>
          </p:cNvPr>
          <p:cNvSpPr>
            <a:spLocks noGrp="1"/>
          </p:cNvSpPr>
          <p:nvPr>
            <p:ph type="sldNum" sz="quarter" idx="12"/>
          </p:nvPr>
        </p:nvSpPr>
        <p:spPr/>
        <p:txBody>
          <a:bodyPr/>
          <a:lstStyle/>
          <a:p>
            <a:fld id="{7B75F52A-480D-754C-9B5D-FFDB265253ED}" type="slidenum">
              <a:rPr lang="en-US" smtClean="0"/>
              <a:t>‹#›</a:t>
            </a:fld>
            <a:endParaRPr lang="en-US" dirty="0"/>
          </a:p>
        </p:txBody>
      </p:sp>
    </p:spTree>
    <p:extLst>
      <p:ext uri="{BB962C8B-B14F-4D97-AF65-F5344CB8AC3E}">
        <p14:creationId xmlns:p14="http://schemas.microsoft.com/office/powerpoint/2010/main" val="170105541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A28B7-710A-4B4D-A3A7-6E9AC7417A5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69CDEE0-7C56-314B-A755-14116A319A3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7F5C11-A3F8-A34C-993E-6B92A28E2F12}"/>
              </a:ext>
            </a:extLst>
          </p:cNvPr>
          <p:cNvSpPr>
            <a:spLocks noGrp="1"/>
          </p:cNvSpPr>
          <p:nvPr>
            <p:ph type="dt" sz="half" idx="10"/>
          </p:nvPr>
        </p:nvSpPr>
        <p:spPr/>
        <p:txBody>
          <a:bodyPr/>
          <a:lstStyle/>
          <a:p>
            <a:fld id="{B1849B2C-8D8C-FA4C-88FD-68A02A85FCCB}" type="datetimeFigureOut">
              <a:rPr lang="en-US" smtClean="0"/>
              <a:t>11/26/2025</a:t>
            </a:fld>
            <a:endParaRPr lang="en-US" dirty="0"/>
          </a:p>
        </p:txBody>
      </p:sp>
      <p:sp>
        <p:nvSpPr>
          <p:cNvPr id="5" name="Footer Placeholder 4">
            <a:extLst>
              <a:ext uri="{FF2B5EF4-FFF2-40B4-BE49-F238E27FC236}">
                <a16:creationId xmlns:a16="http://schemas.microsoft.com/office/drawing/2014/main" id="{283534C6-8AEF-974C-B72D-DFB64106F0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308C929-3DF3-3544-8F66-E2CF8E3E2305}"/>
              </a:ext>
            </a:extLst>
          </p:cNvPr>
          <p:cNvSpPr>
            <a:spLocks noGrp="1"/>
          </p:cNvSpPr>
          <p:nvPr>
            <p:ph type="sldNum" sz="quarter" idx="12"/>
          </p:nvPr>
        </p:nvSpPr>
        <p:spPr/>
        <p:txBody>
          <a:bodyPr/>
          <a:lstStyle/>
          <a:p>
            <a:fld id="{7B75F52A-480D-754C-9B5D-FFDB265253ED}" type="slidenum">
              <a:rPr lang="en-US" smtClean="0"/>
              <a:t>‹#›</a:t>
            </a:fld>
            <a:endParaRPr lang="en-US" dirty="0"/>
          </a:p>
        </p:txBody>
      </p:sp>
    </p:spTree>
    <p:extLst>
      <p:ext uri="{BB962C8B-B14F-4D97-AF65-F5344CB8AC3E}">
        <p14:creationId xmlns:p14="http://schemas.microsoft.com/office/powerpoint/2010/main" val="357985351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F38BEAD-453A-EF42-AC97-2241D791C18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FD5AECF-EE62-CE46-94CC-3B3D7AC3506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D2B11EA-5454-2C41-AE38-20A73146A72C}"/>
              </a:ext>
            </a:extLst>
          </p:cNvPr>
          <p:cNvSpPr>
            <a:spLocks noGrp="1"/>
          </p:cNvSpPr>
          <p:nvPr>
            <p:ph type="dt" sz="half" idx="10"/>
          </p:nvPr>
        </p:nvSpPr>
        <p:spPr/>
        <p:txBody>
          <a:bodyPr/>
          <a:lstStyle/>
          <a:p>
            <a:fld id="{B1849B2C-8D8C-FA4C-88FD-68A02A85FCCB}" type="datetimeFigureOut">
              <a:rPr lang="en-US" smtClean="0"/>
              <a:t>11/26/2025</a:t>
            </a:fld>
            <a:endParaRPr lang="en-US" dirty="0"/>
          </a:p>
        </p:txBody>
      </p:sp>
      <p:sp>
        <p:nvSpPr>
          <p:cNvPr id="5" name="Footer Placeholder 4">
            <a:extLst>
              <a:ext uri="{FF2B5EF4-FFF2-40B4-BE49-F238E27FC236}">
                <a16:creationId xmlns:a16="http://schemas.microsoft.com/office/drawing/2014/main" id="{99AC3843-2E59-6641-81FA-88662E2A8DE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E50D3-A1E7-5E43-8EEA-D3C9C82C7EB7}"/>
              </a:ext>
            </a:extLst>
          </p:cNvPr>
          <p:cNvSpPr>
            <a:spLocks noGrp="1"/>
          </p:cNvSpPr>
          <p:nvPr>
            <p:ph type="sldNum" sz="quarter" idx="12"/>
          </p:nvPr>
        </p:nvSpPr>
        <p:spPr/>
        <p:txBody>
          <a:bodyPr/>
          <a:lstStyle/>
          <a:p>
            <a:fld id="{7B75F52A-480D-754C-9B5D-FFDB265253ED}" type="slidenum">
              <a:rPr lang="en-US" smtClean="0"/>
              <a:t>‹#›</a:t>
            </a:fld>
            <a:endParaRPr lang="en-US" dirty="0"/>
          </a:p>
        </p:txBody>
      </p:sp>
    </p:spTree>
    <p:extLst>
      <p:ext uri="{BB962C8B-B14F-4D97-AF65-F5344CB8AC3E}">
        <p14:creationId xmlns:p14="http://schemas.microsoft.com/office/powerpoint/2010/main" val="240930868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GB"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26/11/2025</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dirty="0"/>
          </a:p>
        </p:txBody>
      </p:sp>
    </p:spTree>
    <p:extLst>
      <p:ext uri="{BB962C8B-B14F-4D97-AF65-F5344CB8AC3E}">
        <p14:creationId xmlns:p14="http://schemas.microsoft.com/office/powerpoint/2010/main" val="320775022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26/11/2025</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dirty="0"/>
          </a:p>
        </p:txBody>
      </p:sp>
    </p:spTree>
    <p:extLst>
      <p:ext uri="{BB962C8B-B14F-4D97-AF65-F5344CB8AC3E}">
        <p14:creationId xmlns:p14="http://schemas.microsoft.com/office/powerpoint/2010/main" val="329410121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GB"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26/11/2025</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dirty="0"/>
          </a:p>
        </p:txBody>
      </p:sp>
    </p:spTree>
    <p:extLst>
      <p:ext uri="{BB962C8B-B14F-4D97-AF65-F5344CB8AC3E}">
        <p14:creationId xmlns:p14="http://schemas.microsoft.com/office/powerpoint/2010/main" val="308317885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p:cNvSpPr>
            <a:spLocks noGrp="1"/>
          </p:cNvSpPr>
          <p:nvPr>
            <p:ph type="dt" sz="half" idx="10"/>
          </p:nvPr>
        </p:nvSpPr>
        <p:spPr/>
        <p:txBody>
          <a:bodyPr/>
          <a:lstStyle/>
          <a:p>
            <a:fld id="{846CE7D5-CF57-46EF-B807-FDD0502418D4}" type="datetimeFigureOut">
              <a:rPr lang="en-GB" smtClean="0"/>
              <a:t>26/11/2025</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dirty="0"/>
          </a:p>
        </p:txBody>
      </p:sp>
    </p:spTree>
    <p:extLst>
      <p:ext uri="{BB962C8B-B14F-4D97-AF65-F5344CB8AC3E}">
        <p14:creationId xmlns:p14="http://schemas.microsoft.com/office/powerpoint/2010/main" val="351521335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GB"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Date Placeholder 6"/>
          <p:cNvSpPr>
            <a:spLocks noGrp="1"/>
          </p:cNvSpPr>
          <p:nvPr>
            <p:ph type="dt" sz="half" idx="10"/>
          </p:nvPr>
        </p:nvSpPr>
        <p:spPr/>
        <p:txBody>
          <a:bodyPr/>
          <a:lstStyle/>
          <a:p>
            <a:fld id="{846CE7D5-CF57-46EF-B807-FDD0502418D4}" type="datetimeFigureOut">
              <a:rPr lang="en-GB" smtClean="0"/>
              <a:t>26/11/2025</a:t>
            </a:fld>
            <a:endParaRPr lang="en-GB" dirty="0"/>
          </a:p>
        </p:txBody>
      </p:sp>
      <p:sp>
        <p:nvSpPr>
          <p:cNvPr id="8" name="Footer Placeholder 7"/>
          <p:cNvSpPr>
            <a:spLocks noGrp="1"/>
          </p:cNvSpPr>
          <p:nvPr>
            <p:ph type="ftr" sz="quarter" idx="11"/>
          </p:nvPr>
        </p:nvSpPr>
        <p:spPr/>
        <p:txBody>
          <a:bodyPr/>
          <a:lstStyle/>
          <a:p>
            <a:endParaRPr lang="en-GB" dirty="0"/>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dirty="0"/>
          </a:p>
        </p:txBody>
      </p:sp>
    </p:spTree>
    <p:extLst>
      <p:ext uri="{BB962C8B-B14F-4D97-AF65-F5344CB8AC3E}">
        <p14:creationId xmlns:p14="http://schemas.microsoft.com/office/powerpoint/2010/main" val="213575065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Date Placeholder 2"/>
          <p:cNvSpPr>
            <a:spLocks noGrp="1"/>
          </p:cNvSpPr>
          <p:nvPr>
            <p:ph type="dt" sz="half" idx="10"/>
          </p:nvPr>
        </p:nvSpPr>
        <p:spPr/>
        <p:txBody>
          <a:bodyPr/>
          <a:lstStyle/>
          <a:p>
            <a:fld id="{846CE7D5-CF57-46EF-B807-FDD0502418D4}" type="datetimeFigureOut">
              <a:rPr lang="en-GB" smtClean="0"/>
              <a:t>26/11/2025</a:t>
            </a:fld>
            <a:endParaRPr lang="en-GB" dirty="0"/>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dirty="0"/>
          </a:p>
        </p:txBody>
      </p:sp>
    </p:spTree>
    <p:extLst>
      <p:ext uri="{BB962C8B-B14F-4D97-AF65-F5344CB8AC3E}">
        <p14:creationId xmlns:p14="http://schemas.microsoft.com/office/powerpoint/2010/main" val="384742476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26/11/2025</a:t>
            </a:fld>
            <a:endParaRPr lang="en-GB" dirty="0"/>
          </a:p>
        </p:txBody>
      </p:sp>
      <p:sp>
        <p:nvSpPr>
          <p:cNvPr id="3" name="Footer Placeholder 2"/>
          <p:cNvSpPr>
            <a:spLocks noGrp="1"/>
          </p:cNvSpPr>
          <p:nvPr>
            <p:ph type="ftr" sz="quarter" idx="11"/>
          </p:nvPr>
        </p:nvSpPr>
        <p:spPr/>
        <p:txBody>
          <a:bodyPr/>
          <a:lstStyle/>
          <a:p>
            <a:endParaRPr lang="en-GB" dirty="0"/>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dirty="0"/>
          </a:p>
        </p:txBody>
      </p:sp>
    </p:spTree>
    <p:extLst>
      <p:ext uri="{BB962C8B-B14F-4D97-AF65-F5344CB8AC3E}">
        <p14:creationId xmlns:p14="http://schemas.microsoft.com/office/powerpoint/2010/main" val="252944118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26/11/2025</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dirty="0"/>
          </a:p>
        </p:txBody>
      </p:sp>
    </p:spTree>
    <p:extLst>
      <p:ext uri="{BB962C8B-B14F-4D97-AF65-F5344CB8AC3E}">
        <p14:creationId xmlns:p14="http://schemas.microsoft.com/office/powerpoint/2010/main" val="93561069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26/11/2025</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dirty="0"/>
          </a:p>
        </p:txBody>
      </p:sp>
    </p:spTree>
    <p:extLst>
      <p:ext uri="{BB962C8B-B14F-4D97-AF65-F5344CB8AC3E}">
        <p14:creationId xmlns:p14="http://schemas.microsoft.com/office/powerpoint/2010/main" val="243232274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26/11/2025</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dirty="0"/>
          </a:p>
        </p:txBody>
      </p:sp>
    </p:spTree>
    <p:extLst>
      <p:ext uri="{BB962C8B-B14F-4D97-AF65-F5344CB8AC3E}">
        <p14:creationId xmlns:p14="http://schemas.microsoft.com/office/powerpoint/2010/main" val="281390890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GB"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26/11/2025</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dirty="0"/>
          </a:p>
        </p:txBody>
      </p:sp>
    </p:spTree>
    <p:extLst>
      <p:ext uri="{BB962C8B-B14F-4D97-AF65-F5344CB8AC3E}">
        <p14:creationId xmlns:p14="http://schemas.microsoft.com/office/powerpoint/2010/main" val="159044749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5400"/>
            </a:lvl1pPr>
          </a:lstStyle>
          <a:p>
            <a:r>
              <a:rPr lang="en-GB"/>
              <a:t>Click to edit Master title style</a:t>
            </a:r>
            <a:endParaRPr lang="en-GB"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160"/>
            </a:lvl1pPr>
            <a:lvl2pPr marL="411480" indent="0" algn="ctr">
              <a:buNone/>
              <a:defRPr sz="1800"/>
            </a:lvl2pPr>
            <a:lvl3pPr marL="822960" indent="0" algn="ctr">
              <a:buNone/>
              <a:defRPr sz="1620"/>
            </a:lvl3pPr>
            <a:lvl4pPr marL="1234440" indent="0" algn="ctr">
              <a:buNone/>
              <a:defRPr sz="1440"/>
            </a:lvl4pPr>
            <a:lvl5pPr marL="1645920" indent="0" algn="ctr">
              <a:buNone/>
              <a:defRPr sz="1440"/>
            </a:lvl5pPr>
            <a:lvl6pPr marL="2057400" indent="0" algn="ctr">
              <a:buNone/>
              <a:defRPr sz="1440"/>
            </a:lvl6pPr>
            <a:lvl7pPr marL="2468880" indent="0" algn="ctr">
              <a:buNone/>
              <a:defRPr sz="1440"/>
            </a:lvl7pPr>
            <a:lvl8pPr marL="2880360" indent="0" algn="ctr">
              <a:buNone/>
              <a:defRPr sz="1440"/>
            </a:lvl8pPr>
            <a:lvl9pPr marL="3291840" indent="0" algn="ctr">
              <a:buNone/>
              <a:defRPr sz="1440"/>
            </a:lvl9pPr>
          </a:lstStyle>
          <a:p>
            <a:r>
              <a:rPr lang="en-GB"/>
              <a:t>Click to edit Master subtitle style</a:t>
            </a:r>
            <a:endParaRPr lang="en-GB" dirty="0"/>
          </a:p>
        </p:txBody>
      </p:sp>
      <p:sp>
        <p:nvSpPr>
          <p:cNvPr id="4" name="Date Placeholder 3"/>
          <p:cNvSpPr>
            <a:spLocks noGrp="1"/>
          </p:cNvSpPr>
          <p:nvPr>
            <p:ph type="dt" sz="half" idx="10"/>
          </p:nvPr>
        </p:nvSpPr>
        <p:spPr/>
        <p:txBody>
          <a:bodyPr/>
          <a:lstStyle/>
          <a:p>
            <a:fld id="{175BB0F5-A5E1-4CA2-B684-3FE2A700DDCC}" type="datetimeFigureOut">
              <a:rPr lang="en-GB" smtClean="0"/>
              <a:t>26/11/2025</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C5C96C35-DE2E-4087-8ECF-80A60F133125}" type="slidenum">
              <a:rPr lang="en-GB" smtClean="0"/>
              <a:t>‹#›</a:t>
            </a:fld>
            <a:endParaRPr lang="en-GB" dirty="0"/>
          </a:p>
        </p:txBody>
      </p:sp>
    </p:spTree>
    <p:extLst>
      <p:ext uri="{BB962C8B-B14F-4D97-AF65-F5344CB8AC3E}">
        <p14:creationId xmlns:p14="http://schemas.microsoft.com/office/powerpoint/2010/main" val="274924181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175BB0F5-A5E1-4CA2-B684-3FE2A700DDCC}" type="datetimeFigureOut">
              <a:rPr lang="en-GB" smtClean="0"/>
              <a:t>26/11/2025</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C5C96C35-DE2E-4087-8ECF-80A60F133125}" type="slidenum">
              <a:rPr lang="en-GB" smtClean="0"/>
              <a:t>‹#›</a:t>
            </a:fld>
            <a:endParaRPr lang="en-GB" dirty="0"/>
          </a:p>
        </p:txBody>
      </p:sp>
    </p:spTree>
    <p:extLst>
      <p:ext uri="{BB962C8B-B14F-4D97-AF65-F5344CB8AC3E}">
        <p14:creationId xmlns:p14="http://schemas.microsoft.com/office/powerpoint/2010/main" val="213951318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p:spPr>
        <p:txBody>
          <a:bodyPr anchor="b"/>
          <a:lstStyle>
            <a:lvl1pPr>
              <a:defRPr sz="5400"/>
            </a:lvl1pPr>
          </a:lstStyle>
          <a:p>
            <a:r>
              <a:rPr lang="en-GB"/>
              <a:t>Click to edit Master title style</a:t>
            </a:r>
            <a:endParaRPr lang="en-GB" dirty="0"/>
          </a:p>
        </p:txBody>
      </p:sp>
      <p:sp>
        <p:nvSpPr>
          <p:cNvPr id="3" name="Text Placeholder 2"/>
          <p:cNvSpPr>
            <a:spLocks noGrp="1"/>
          </p:cNvSpPr>
          <p:nvPr>
            <p:ph type="body" idx="1"/>
          </p:nvPr>
        </p:nvSpPr>
        <p:spPr>
          <a:xfrm>
            <a:off x="831851" y="4589464"/>
            <a:ext cx="10515600" cy="1500187"/>
          </a:xfrm>
        </p:spPr>
        <p:txBody>
          <a:bodyPr/>
          <a:lstStyle>
            <a:lvl1pPr marL="0" indent="0">
              <a:buNone/>
              <a:defRPr sz="2160">
                <a:solidFill>
                  <a:schemeClr val="tx1">
                    <a:tint val="75000"/>
                  </a:schemeClr>
                </a:solidFill>
              </a:defRPr>
            </a:lvl1pPr>
            <a:lvl2pPr marL="411480" indent="0">
              <a:buNone/>
              <a:defRPr sz="1800">
                <a:solidFill>
                  <a:schemeClr val="tx1">
                    <a:tint val="75000"/>
                  </a:schemeClr>
                </a:solidFill>
              </a:defRPr>
            </a:lvl2pPr>
            <a:lvl3pPr marL="822960" indent="0">
              <a:buNone/>
              <a:defRPr sz="1620">
                <a:solidFill>
                  <a:schemeClr val="tx1">
                    <a:tint val="75000"/>
                  </a:schemeClr>
                </a:solidFill>
              </a:defRPr>
            </a:lvl3pPr>
            <a:lvl4pPr marL="1234440" indent="0">
              <a:buNone/>
              <a:defRPr sz="1440">
                <a:solidFill>
                  <a:schemeClr val="tx1">
                    <a:tint val="75000"/>
                  </a:schemeClr>
                </a:solidFill>
              </a:defRPr>
            </a:lvl4pPr>
            <a:lvl5pPr marL="1645920" indent="0">
              <a:buNone/>
              <a:defRPr sz="1440">
                <a:solidFill>
                  <a:schemeClr val="tx1">
                    <a:tint val="75000"/>
                  </a:schemeClr>
                </a:solidFill>
              </a:defRPr>
            </a:lvl5pPr>
            <a:lvl6pPr marL="2057400" indent="0">
              <a:buNone/>
              <a:defRPr sz="1440">
                <a:solidFill>
                  <a:schemeClr val="tx1">
                    <a:tint val="75000"/>
                  </a:schemeClr>
                </a:solidFill>
              </a:defRPr>
            </a:lvl6pPr>
            <a:lvl7pPr marL="2468880" indent="0">
              <a:buNone/>
              <a:defRPr sz="1440">
                <a:solidFill>
                  <a:schemeClr val="tx1">
                    <a:tint val="75000"/>
                  </a:schemeClr>
                </a:solidFill>
              </a:defRPr>
            </a:lvl7pPr>
            <a:lvl8pPr marL="2880360" indent="0">
              <a:buNone/>
              <a:defRPr sz="1440">
                <a:solidFill>
                  <a:schemeClr val="tx1">
                    <a:tint val="75000"/>
                  </a:schemeClr>
                </a:solidFill>
              </a:defRPr>
            </a:lvl8pPr>
            <a:lvl9pPr marL="3291840" indent="0">
              <a:buNone/>
              <a:defRPr sz="144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pPr>
              <a:defRPr/>
            </a:pPr>
            <a:fld id="{0F9A2349-F935-4559-9B35-1923CEDE2B38}" type="datetimeFigureOut">
              <a:rPr lang="en-US" altLang="en-US" smtClean="0"/>
              <a:pPr>
                <a:defRPr/>
              </a:pPr>
              <a:t>11/26/2025</a:t>
            </a:fld>
            <a:endParaRPr lang="en-US" altLang="en-US" dirty="0"/>
          </a:p>
        </p:txBody>
      </p:sp>
      <p:sp>
        <p:nvSpPr>
          <p:cNvPr id="5" name="Footer Placeholder 4"/>
          <p:cNvSpPr>
            <a:spLocks noGrp="1"/>
          </p:cNvSpPr>
          <p:nvPr>
            <p:ph type="ftr" sz="quarter" idx="11"/>
          </p:nvPr>
        </p:nvSpPr>
        <p:spPr/>
        <p:txBody>
          <a:bodyPr/>
          <a:lstStyle/>
          <a:p>
            <a:pPr>
              <a:defRPr/>
            </a:pPr>
            <a:endParaRPr lang="en-US" altLang="en-US" dirty="0"/>
          </a:p>
        </p:txBody>
      </p:sp>
      <p:sp>
        <p:nvSpPr>
          <p:cNvPr id="6" name="Slide Number Placeholder 5"/>
          <p:cNvSpPr>
            <a:spLocks noGrp="1"/>
          </p:cNvSpPr>
          <p:nvPr>
            <p:ph type="sldNum" sz="quarter" idx="12"/>
          </p:nvPr>
        </p:nvSpPr>
        <p:spPr/>
        <p:txBody>
          <a:bodyPr/>
          <a:lstStyle/>
          <a:p>
            <a:pPr>
              <a:defRPr/>
            </a:pPr>
            <a:fld id="{253289F9-6C8B-4BE7-AD24-F73569126A8B}" type="slidenum">
              <a:rPr lang="en-US" altLang="en-US" smtClean="0"/>
              <a:pPr>
                <a:defRPr/>
              </a:pPr>
              <a:t>‹#›</a:t>
            </a:fld>
            <a:endParaRPr lang="en-US" altLang="en-US" dirty="0"/>
          </a:p>
        </p:txBody>
      </p:sp>
    </p:spTree>
    <p:extLst>
      <p:ext uri="{BB962C8B-B14F-4D97-AF65-F5344CB8AC3E}">
        <p14:creationId xmlns:p14="http://schemas.microsoft.com/office/powerpoint/2010/main" val="394115342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p:cNvSpPr>
            <a:spLocks noGrp="1"/>
          </p:cNvSpPr>
          <p:nvPr>
            <p:ph type="dt" sz="half" idx="10"/>
          </p:nvPr>
        </p:nvSpPr>
        <p:spPr/>
        <p:txBody>
          <a:bodyPr/>
          <a:lstStyle/>
          <a:p>
            <a:fld id="{175BB0F5-A5E1-4CA2-B684-3FE2A700DDCC}" type="datetimeFigureOut">
              <a:rPr lang="en-GB" smtClean="0"/>
              <a:t>26/11/2025</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C5C96C35-DE2E-4087-8ECF-80A60F133125}" type="slidenum">
              <a:rPr lang="en-GB" smtClean="0"/>
              <a:t>‹#›</a:t>
            </a:fld>
            <a:endParaRPr lang="en-GB" dirty="0"/>
          </a:p>
        </p:txBody>
      </p:sp>
    </p:spTree>
    <p:extLst>
      <p:ext uri="{BB962C8B-B14F-4D97-AF65-F5344CB8AC3E}">
        <p14:creationId xmlns:p14="http://schemas.microsoft.com/office/powerpoint/2010/main" val="63899793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GB"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en-GB"/>
              <a:t>Click to 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en-GB"/>
              <a:t>Click to edit Master text styles</a:t>
            </a:r>
          </a:p>
        </p:txBody>
      </p:sp>
      <p:sp>
        <p:nvSpPr>
          <p:cNvPr id="6" name="Content Placeholder 5"/>
          <p:cNvSpPr>
            <a:spLocks noGrp="1"/>
          </p:cNvSpPr>
          <p:nvPr>
            <p:ph sz="quarter" idx="4"/>
          </p:nvPr>
        </p:nvSpPr>
        <p:spPr>
          <a:xfrm>
            <a:off x="6172201" y="2505076"/>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Date Placeholder 6"/>
          <p:cNvSpPr>
            <a:spLocks noGrp="1"/>
          </p:cNvSpPr>
          <p:nvPr>
            <p:ph type="dt" sz="half" idx="10"/>
          </p:nvPr>
        </p:nvSpPr>
        <p:spPr/>
        <p:txBody>
          <a:bodyPr/>
          <a:lstStyle/>
          <a:p>
            <a:pPr>
              <a:defRPr/>
            </a:pPr>
            <a:fld id="{0F9A2349-F935-4559-9B35-1923CEDE2B38}" type="datetimeFigureOut">
              <a:rPr lang="en-US" altLang="en-US" smtClean="0"/>
              <a:pPr>
                <a:defRPr/>
              </a:pPr>
              <a:t>11/26/2025</a:t>
            </a:fld>
            <a:endParaRPr lang="en-US" altLang="en-US" dirty="0"/>
          </a:p>
        </p:txBody>
      </p:sp>
      <p:sp>
        <p:nvSpPr>
          <p:cNvPr id="8" name="Footer Placeholder 7"/>
          <p:cNvSpPr>
            <a:spLocks noGrp="1"/>
          </p:cNvSpPr>
          <p:nvPr>
            <p:ph type="ftr" sz="quarter" idx="11"/>
          </p:nvPr>
        </p:nvSpPr>
        <p:spPr/>
        <p:txBody>
          <a:bodyPr/>
          <a:lstStyle/>
          <a:p>
            <a:pPr>
              <a:defRPr/>
            </a:pPr>
            <a:endParaRPr lang="en-US" altLang="en-US" dirty="0"/>
          </a:p>
        </p:txBody>
      </p:sp>
      <p:sp>
        <p:nvSpPr>
          <p:cNvPr id="9" name="Slide Number Placeholder 8"/>
          <p:cNvSpPr>
            <a:spLocks noGrp="1"/>
          </p:cNvSpPr>
          <p:nvPr>
            <p:ph type="sldNum" sz="quarter" idx="12"/>
          </p:nvPr>
        </p:nvSpPr>
        <p:spPr/>
        <p:txBody>
          <a:bodyPr/>
          <a:lstStyle/>
          <a:p>
            <a:pPr>
              <a:defRPr/>
            </a:pPr>
            <a:fld id="{253289F9-6C8B-4BE7-AD24-F73569126A8B}" type="slidenum">
              <a:rPr lang="en-US" altLang="en-US" smtClean="0"/>
              <a:pPr>
                <a:defRPr/>
              </a:pPr>
              <a:t>‹#›</a:t>
            </a:fld>
            <a:endParaRPr lang="en-US" altLang="en-US" dirty="0"/>
          </a:p>
        </p:txBody>
      </p:sp>
    </p:spTree>
    <p:extLst>
      <p:ext uri="{BB962C8B-B14F-4D97-AF65-F5344CB8AC3E}">
        <p14:creationId xmlns:p14="http://schemas.microsoft.com/office/powerpoint/2010/main" val="52495169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Date Placeholder 2"/>
          <p:cNvSpPr>
            <a:spLocks noGrp="1"/>
          </p:cNvSpPr>
          <p:nvPr>
            <p:ph type="dt" sz="half" idx="10"/>
          </p:nvPr>
        </p:nvSpPr>
        <p:spPr/>
        <p:txBody>
          <a:bodyPr/>
          <a:lstStyle/>
          <a:p>
            <a:pPr>
              <a:defRPr/>
            </a:pPr>
            <a:fld id="{0F9A2349-F935-4559-9B35-1923CEDE2B38}" type="datetimeFigureOut">
              <a:rPr lang="en-US" altLang="en-US" smtClean="0"/>
              <a:pPr>
                <a:defRPr/>
              </a:pPr>
              <a:t>11/26/2025</a:t>
            </a:fld>
            <a:endParaRPr lang="en-US" altLang="en-US" dirty="0"/>
          </a:p>
        </p:txBody>
      </p:sp>
      <p:sp>
        <p:nvSpPr>
          <p:cNvPr id="4" name="Footer Placeholder 3"/>
          <p:cNvSpPr>
            <a:spLocks noGrp="1"/>
          </p:cNvSpPr>
          <p:nvPr>
            <p:ph type="ftr" sz="quarter" idx="11"/>
          </p:nvPr>
        </p:nvSpPr>
        <p:spPr/>
        <p:txBody>
          <a:bodyPr/>
          <a:lstStyle/>
          <a:p>
            <a:pPr>
              <a:defRPr/>
            </a:pPr>
            <a:endParaRPr lang="en-US" altLang="en-US" dirty="0"/>
          </a:p>
        </p:txBody>
      </p:sp>
      <p:sp>
        <p:nvSpPr>
          <p:cNvPr id="5" name="Slide Number Placeholder 4"/>
          <p:cNvSpPr>
            <a:spLocks noGrp="1"/>
          </p:cNvSpPr>
          <p:nvPr>
            <p:ph type="sldNum" sz="quarter" idx="12"/>
          </p:nvPr>
        </p:nvSpPr>
        <p:spPr/>
        <p:txBody>
          <a:bodyPr/>
          <a:lstStyle/>
          <a:p>
            <a:pPr>
              <a:defRPr/>
            </a:pPr>
            <a:fld id="{253289F9-6C8B-4BE7-AD24-F73569126A8B}" type="slidenum">
              <a:rPr lang="en-US" altLang="en-US" smtClean="0"/>
              <a:pPr>
                <a:defRPr/>
              </a:pPr>
              <a:t>‹#›</a:t>
            </a:fld>
            <a:endParaRPr lang="en-US" altLang="en-US" dirty="0"/>
          </a:p>
        </p:txBody>
      </p:sp>
    </p:spTree>
    <p:extLst>
      <p:ext uri="{BB962C8B-B14F-4D97-AF65-F5344CB8AC3E}">
        <p14:creationId xmlns:p14="http://schemas.microsoft.com/office/powerpoint/2010/main" val="210814402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75BB0F5-A5E1-4CA2-B684-3FE2A700DDCC}" type="datetimeFigureOut">
              <a:rPr lang="en-GB" smtClean="0"/>
              <a:t>26/11/2025</a:t>
            </a:fld>
            <a:endParaRPr lang="en-GB" dirty="0"/>
          </a:p>
        </p:txBody>
      </p:sp>
      <p:sp>
        <p:nvSpPr>
          <p:cNvPr id="3" name="Footer Placeholder 2"/>
          <p:cNvSpPr>
            <a:spLocks noGrp="1"/>
          </p:cNvSpPr>
          <p:nvPr>
            <p:ph type="ftr" sz="quarter" idx="11"/>
          </p:nvPr>
        </p:nvSpPr>
        <p:spPr/>
        <p:txBody>
          <a:bodyPr/>
          <a:lstStyle/>
          <a:p>
            <a:endParaRPr lang="en-GB" dirty="0"/>
          </a:p>
        </p:txBody>
      </p:sp>
      <p:sp>
        <p:nvSpPr>
          <p:cNvPr id="4" name="Slide Number Placeholder 3"/>
          <p:cNvSpPr>
            <a:spLocks noGrp="1"/>
          </p:cNvSpPr>
          <p:nvPr>
            <p:ph type="sldNum" sz="quarter" idx="12"/>
          </p:nvPr>
        </p:nvSpPr>
        <p:spPr/>
        <p:txBody>
          <a:bodyPr/>
          <a:lstStyle/>
          <a:p>
            <a:fld id="{C5C96C35-DE2E-4087-8ECF-80A60F133125}" type="slidenum">
              <a:rPr lang="en-GB" smtClean="0"/>
              <a:t>‹#›</a:t>
            </a:fld>
            <a:endParaRPr lang="en-GB" dirty="0"/>
          </a:p>
        </p:txBody>
      </p:sp>
    </p:spTree>
    <p:extLst>
      <p:ext uri="{BB962C8B-B14F-4D97-AF65-F5344CB8AC3E}">
        <p14:creationId xmlns:p14="http://schemas.microsoft.com/office/powerpoint/2010/main" val="374681503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880"/>
            </a:lvl1pPr>
          </a:lstStyle>
          <a:p>
            <a:r>
              <a:rPr lang="en-GB"/>
              <a:t>Click to edit Master title style</a:t>
            </a:r>
            <a:endParaRPr lang="en-GB" dirty="0"/>
          </a:p>
        </p:txBody>
      </p:sp>
      <p:sp>
        <p:nvSpPr>
          <p:cNvPr id="3" name="Content Placeholder 2"/>
          <p:cNvSpPr>
            <a:spLocks noGrp="1"/>
          </p:cNvSpPr>
          <p:nvPr>
            <p:ph idx="1"/>
          </p:nvPr>
        </p:nvSpPr>
        <p:spPr>
          <a:xfrm>
            <a:off x="5183188" y="987426"/>
            <a:ext cx="6172200" cy="4873625"/>
          </a:xfrm>
        </p:spPr>
        <p:txBody>
          <a:bodyPr/>
          <a:lstStyle>
            <a:lvl1pPr>
              <a:defRPr sz="2880"/>
            </a:lvl1pPr>
            <a:lvl2pPr>
              <a:defRPr sz="2520"/>
            </a:lvl2pPr>
            <a:lvl3pPr>
              <a:defRPr sz="216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44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pPr>
              <a:defRPr/>
            </a:pPr>
            <a:fld id="{0F9A2349-F935-4559-9B35-1923CEDE2B38}" type="datetimeFigureOut">
              <a:rPr lang="en-US" altLang="en-US" smtClean="0"/>
              <a:pPr>
                <a:defRPr/>
              </a:pPr>
              <a:t>11/26/2025</a:t>
            </a:fld>
            <a:endParaRPr lang="en-US" altLang="en-US" dirty="0"/>
          </a:p>
        </p:txBody>
      </p:sp>
      <p:sp>
        <p:nvSpPr>
          <p:cNvPr id="6" name="Footer Placeholder 5"/>
          <p:cNvSpPr>
            <a:spLocks noGrp="1"/>
          </p:cNvSpPr>
          <p:nvPr>
            <p:ph type="ftr" sz="quarter" idx="11"/>
          </p:nvPr>
        </p:nvSpPr>
        <p:spPr/>
        <p:txBody>
          <a:bodyPr/>
          <a:lstStyle/>
          <a:p>
            <a:pPr>
              <a:defRPr/>
            </a:pPr>
            <a:endParaRPr lang="en-US" altLang="en-US" dirty="0"/>
          </a:p>
        </p:txBody>
      </p:sp>
      <p:sp>
        <p:nvSpPr>
          <p:cNvPr id="7" name="Slide Number Placeholder 6"/>
          <p:cNvSpPr>
            <a:spLocks noGrp="1"/>
          </p:cNvSpPr>
          <p:nvPr>
            <p:ph type="sldNum" sz="quarter" idx="12"/>
          </p:nvPr>
        </p:nvSpPr>
        <p:spPr/>
        <p:txBody>
          <a:bodyPr/>
          <a:lstStyle/>
          <a:p>
            <a:pPr>
              <a:defRPr/>
            </a:pPr>
            <a:fld id="{253289F9-6C8B-4BE7-AD24-F73569126A8B}" type="slidenum">
              <a:rPr lang="en-US" altLang="en-US" smtClean="0"/>
              <a:pPr>
                <a:defRPr/>
              </a:pPr>
              <a:t>‹#›</a:t>
            </a:fld>
            <a:endParaRPr lang="en-US" altLang="en-US" dirty="0"/>
          </a:p>
        </p:txBody>
      </p:sp>
    </p:spTree>
    <p:extLst>
      <p:ext uri="{BB962C8B-B14F-4D97-AF65-F5344CB8AC3E}">
        <p14:creationId xmlns:p14="http://schemas.microsoft.com/office/powerpoint/2010/main" val="395956447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880"/>
            </a:lvl1pPr>
          </a:lstStyle>
          <a:p>
            <a:r>
              <a:rPr lang="en-GB"/>
              <a:t>Click to edit Master title style</a:t>
            </a:r>
            <a:endParaRPr lang="en-GB" dirty="0"/>
          </a:p>
        </p:txBody>
      </p:sp>
      <p:sp>
        <p:nvSpPr>
          <p:cNvPr id="3" name="Picture Placeholder 2"/>
          <p:cNvSpPr>
            <a:spLocks noGrp="1" noChangeAspect="1"/>
          </p:cNvSpPr>
          <p:nvPr>
            <p:ph type="pic" idx="1"/>
          </p:nvPr>
        </p:nvSpPr>
        <p:spPr>
          <a:xfrm>
            <a:off x="5183188" y="987426"/>
            <a:ext cx="6172200" cy="4873625"/>
          </a:xfrm>
        </p:spPr>
        <p:txBody>
          <a:bodyPr anchor="t"/>
          <a:lstStyle>
            <a:lvl1pPr marL="0" indent="0">
              <a:buNone/>
              <a:defRPr sz="2880"/>
            </a:lvl1pPr>
            <a:lvl2pPr marL="411480" indent="0">
              <a:buNone/>
              <a:defRPr sz="2520"/>
            </a:lvl2pPr>
            <a:lvl3pPr marL="822960" indent="0">
              <a:buNone/>
              <a:defRPr sz="2160"/>
            </a:lvl3pPr>
            <a:lvl4pPr marL="1234440" indent="0">
              <a:buNone/>
              <a:defRPr sz="1800"/>
            </a:lvl4pPr>
            <a:lvl5pPr marL="1645920" indent="0">
              <a:buNone/>
              <a:defRPr sz="1800"/>
            </a:lvl5pPr>
            <a:lvl6pPr marL="2057400" indent="0">
              <a:buNone/>
              <a:defRPr sz="1800"/>
            </a:lvl6pPr>
            <a:lvl7pPr marL="2468880" indent="0">
              <a:buNone/>
              <a:defRPr sz="1800"/>
            </a:lvl7pPr>
            <a:lvl8pPr marL="2880360" indent="0">
              <a:buNone/>
              <a:defRPr sz="1800"/>
            </a:lvl8pPr>
            <a:lvl9pPr marL="3291840" indent="0">
              <a:buNone/>
              <a:defRPr sz="1800"/>
            </a:lvl9pPr>
          </a:lstStyle>
          <a:p>
            <a:r>
              <a:rPr lang="en-GB"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44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pPr>
              <a:defRPr/>
            </a:pPr>
            <a:fld id="{0F9A2349-F935-4559-9B35-1923CEDE2B38}" type="datetimeFigureOut">
              <a:rPr lang="en-US" altLang="en-US" smtClean="0"/>
              <a:pPr>
                <a:defRPr/>
              </a:pPr>
              <a:t>11/26/2025</a:t>
            </a:fld>
            <a:endParaRPr lang="en-US" altLang="en-US" dirty="0"/>
          </a:p>
        </p:txBody>
      </p:sp>
      <p:sp>
        <p:nvSpPr>
          <p:cNvPr id="6" name="Footer Placeholder 5"/>
          <p:cNvSpPr>
            <a:spLocks noGrp="1"/>
          </p:cNvSpPr>
          <p:nvPr>
            <p:ph type="ftr" sz="quarter" idx="11"/>
          </p:nvPr>
        </p:nvSpPr>
        <p:spPr/>
        <p:txBody>
          <a:bodyPr/>
          <a:lstStyle/>
          <a:p>
            <a:pPr>
              <a:defRPr/>
            </a:pPr>
            <a:endParaRPr lang="en-US" altLang="en-US" dirty="0"/>
          </a:p>
        </p:txBody>
      </p:sp>
      <p:sp>
        <p:nvSpPr>
          <p:cNvPr id="7" name="Slide Number Placeholder 6"/>
          <p:cNvSpPr>
            <a:spLocks noGrp="1"/>
          </p:cNvSpPr>
          <p:nvPr>
            <p:ph type="sldNum" sz="quarter" idx="12"/>
          </p:nvPr>
        </p:nvSpPr>
        <p:spPr/>
        <p:txBody>
          <a:bodyPr/>
          <a:lstStyle/>
          <a:p>
            <a:pPr>
              <a:defRPr/>
            </a:pPr>
            <a:fld id="{253289F9-6C8B-4BE7-AD24-F73569126A8B}" type="slidenum">
              <a:rPr lang="en-US" altLang="en-US" smtClean="0"/>
              <a:pPr>
                <a:defRPr/>
              </a:pPr>
              <a:t>‹#›</a:t>
            </a:fld>
            <a:endParaRPr lang="en-US" altLang="en-US" dirty="0"/>
          </a:p>
        </p:txBody>
      </p:sp>
    </p:spTree>
    <p:extLst>
      <p:ext uri="{BB962C8B-B14F-4D97-AF65-F5344CB8AC3E}">
        <p14:creationId xmlns:p14="http://schemas.microsoft.com/office/powerpoint/2010/main" val="81499065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pPr>
              <a:defRPr/>
            </a:pPr>
            <a:fld id="{0F9A2349-F935-4559-9B35-1923CEDE2B38}" type="datetimeFigureOut">
              <a:rPr lang="en-US" altLang="en-US" smtClean="0"/>
              <a:pPr>
                <a:defRPr/>
              </a:pPr>
              <a:t>11/26/2025</a:t>
            </a:fld>
            <a:endParaRPr lang="en-US" altLang="en-US" dirty="0"/>
          </a:p>
        </p:txBody>
      </p:sp>
      <p:sp>
        <p:nvSpPr>
          <p:cNvPr id="5" name="Footer Placeholder 4"/>
          <p:cNvSpPr>
            <a:spLocks noGrp="1"/>
          </p:cNvSpPr>
          <p:nvPr>
            <p:ph type="ftr" sz="quarter" idx="11"/>
          </p:nvPr>
        </p:nvSpPr>
        <p:spPr/>
        <p:txBody>
          <a:bodyPr/>
          <a:lstStyle/>
          <a:p>
            <a:pPr>
              <a:defRPr/>
            </a:pPr>
            <a:endParaRPr lang="en-US" altLang="en-US" dirty="0"/>
          </a:p>
        </p:txBody>
      </p:sp>
      <p:sp>
        <p:nvSpPr>
          <p:cNvPr id="6" name="Slide Number Placeholder 5"/>
          <p:cNvSpPr>
            <a:spLocks noGrp="1"/>
          </p:cNvSpPr>
          <p:nvPr>
            <p:ph type="sldNum" sz="quarter" idx="12"/>
          </p:nvPr>
        </p:nvSpPr>
        <p:spPr/>
        <p:txBody>
          <a:bodyPr/>
          <a:lstStyle/>
          <a:p>
            <a:pPr>
              <a:defRPr/>
            </a:pPr>
            <a:fld id="{253289F9-6C8B-4BE7-AD24-F73569126A8B}" type="slidenum">
              <a:rPr lang="en-US" altLang="en-US" smtClean="0"/>
              <a:pPr>
                <a:defRPr/>
              </a:pPr>
              <a:t>‹#›</a:t>
            </a:fld>
            <a:endParaRPr lang="en-US" altLang="en-US" dirty="0"/>
          </a:p>
        </p:txBody>
      </p:sp>
    </p:spTree>
    <p:extLst>
      <p:ext uri="{BB962C8B-B14F-4D97-AF65-F5344CB8AC3E}">
        <p14:creationId xmlns:p14="http://schemas.microsoft.com/office/powerpoint/2010/main" val="82374700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GB"/>
              <a:t>Click to edit Master title style</a:t>
            </a:r>
            <a:endParaRPr lang="en-GB"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pPr>
              <a:defRPr/>
            </a:pPr>
            <a:fld id="{0F9A2349-F935-4559-9B35-1923CEDE2B38}" type="datetimeFigureOut">
              <a:rPr lang="en-US" altLang="en-US" smtClean="0"/>
              <a:pPr>
                <a:defRPr/>
              </a:pPr>
              <a:t>11/26/2025</a:t>
            </a:fld>
            <a:endParaRPr lang="en-US" altLang="en-US" dirty="0"/>
          </a:p>
        </p:txBody>
      </p:sp>
      <p:sp>
        <p:nvSpPr>
          <p:cNvPr id="5" name="Footer Placeholder 4"/>
          <p:cNvSpPr>
            <a:spLocks noGrp="1"/>
          </p:cNvSpPr>
          <p:nvPr>
            <p:ph type="ftr" sz="quarter" idx="11"/>
          </p:nvPr>
        </p:nvSpPr>
        <p:spPr/>
        <p:txBody>
          <a:bodyPr/>
          <a:lstStyle/>
          <a:p>
            <a:pPr>
              <a:defRPr/>
            </a:pPr>
            <a:endParaRPr lang="en-US" altLang="en-US" dirty="0"/>
          </a:p>
        </p:txBody>
      </p:sp>
      <p:sp>
        <p:nvSpPr>
          <p:cNvPr id="6" name="Slide Number Placeholder 5"/>
          <p:cNvSpPr>
            <a:spLocks noGrp="1"/>
          </p:cNvSpPr>
          <p:nvPr>
            <p:ph type="sldNum" sz="quarter" idx="12"/>
          </p:nvPr>
        </p:nvSpPr>
        <p:spPr/>
        <p:txBody>
          <a:bodyPr/>
          <a:lstStyle/>
          <a:p>
            <a:pPr>
              <a:defRPr/>
            </a:pPr>
            <a:fld id="{253289F9-6C8B-4BE7-AD24-F73569126A8B}" type="slidenum">
              <a:rPr lang="en-US" altLang="en-US" smtClean="0"/>
              <a:pPr>
                <a:defRPr/>
              </a:pPr>
              <a:t>‹#›</a:t>
            </a:fld>
            <a:endParaRPr lang="en-US" altLang="en-US" dirty="0"/>
          </a:p>
        </p:txBody>
      </p:sp>
    </p:spTree>
    <p:extLst>
      <p:ext uri="{BB962C8B-B14F-4D97-AF65-F5344CB8AC3E}">
        <p14:creationId xmlns:p14="http://schemas.microsoft.com/office/powerpoint/2010/main" val="11415387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image" Target="../media/image1.png"/><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0"/>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7"/>
            <a:ext cx="1422400" cy="243417"/>
          </a:xfrm>
          <a:prstGeom prst="rect">
            <a:avLst/>
          </a:prstGeom>
        </p:spPr>
        <p:txBody>
          <a:bodyPr vert="horz" lIns="91440" tIns="45720" rIns="91440" bIns="45720" rtlCol="0" anchor="ctr"/>
          <a:lstStyle>
            <a:lvl1pPr algn="l">
              <a:defRPr sz="800">
                <a:solidFill>
                  <a:schemeClr val="tx1">
                    <a:tint val="75000"/>
                  </a:schemeClr>
                </a:solidFill>
              </a:defRPr>
            </a:lvl1pPr>
          </a:lstStyle>
          <a:p>
            <a:fld id="{1D8BD707-D9CF-40AE-B4C6-C98DA3205C09}" type="datetimeFigureOut">
              <a:rPr lang="en-US" smtClean="0"/>
              <a:pPr/>
              <a:t>11/26/2025</a:t>
            </a:fld>
            <a:endParaRPr lang="en-US"/>
          </a:p>
        </p:txBody>
      </p:sp>
      <p:sp>
        <p:nvSpPr>
          <p:cNvPr id="5" name="Footer Placeholder 4"/>
          <p:cNvSpPr>
            <a:spLocks noGrp="1"/>
          </p:cNvSpPr>
          <p:nvPr>
            <p:ph type="ftr" sz="quarter" idx="3"/>
          </p:nvPr>
        </p:nvSpPr>
        <p:spPr>
          <a:xfrm>
            <a:off x="2082800" y="4237567"/>
            <a:ext cx="1930400" cy="243417"/>
          </a:xfrm>
          <a:prstGeom prst="rect">
            <a:avLst/>
          </a:prstGeom>
        </p:spPr>
        <p:txBody>
          <a:bodyPr vert="horz" lIns="91440" tIns="45720" rIns="91440" bIns="45720" rtlCol="0" anchor="ctr"/>
          <a:lstStyle>
            <a:lvl1pPr algn="ctr">
              <a:defRPr sz="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368800" y="4237567"/>
            <a:ext cx="1422400" cy="243417"/>
          </a:xfrm>
          <a:prstGeom prst="rect">
            <a:avLst/>
          </a:prstGeom>
        </p:spPr>
        <p:txBody>
          <a:bodyPr vert="horz" lIns="91440" tIns="45720" rIns="91440" bIns="45720" rtlCol="0" anchor="ctr"/>
          <a:lstStyle>
            <a:lvl1pPr algn="r">
              <a:defRPr sz="8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0785980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609630" rtl="0" eaLnBrk="1" latinLnBrk="0" hangingPunct="1">
        <a:spcBef>
          <a:spcPct val="0"/>
        </a:spcBef>
        <a:buNone/>
        <a:defRPr sz="2933" kern="1200">
          <a:solidFill>
            <a:schemeClr val="tx1"/>
          </a:solidFill>
          <a:latin typeface="+mj-lt"/>
          <a:ea typeface="+mj-ea"/>
          <a:cs typeface="+mj-cs"/>
        </a:defRPr>
      </a:lvl1pPr>
    </p:titleStyle>
    <p:body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8A115E5-1106-FD46-8B5C-556D905C0BC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4EF3830-964D-8547-825E-21D40643F8C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373875F-CE41-2945-84CF-F1F37A31316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1849B2C-8D8C-FA4C-88FD-68A02A85FCCB}" type="datetimeFigureOut">
              <a:rPr lang="en-US" smtClean="0"/>
              <a:t>11/26/2025</a:t>
            </a:fld>
            <a:endParaRPr lang="en-US" dirty="0"/>
          </a:p>
        </p:txBody>
      </p:sp>
      <p:sp>
        <p:nvSpPr>
          <p:cNvPr id="5" name="Footer Placeholder 4">
            <a:extLst>
              <a:ext uri="{FF2B5EF4-FFF2-40B4-BE49-F238E27FC236}">
                <a16:creationId xmlns:a16="http://schemas.microsoft.com/office/drawing/2014/main" id="{790FBA7D-1011-A045-BCA7-5E92CCCEB2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C7C2E760-C6B3-754C-AAEF-F52FDAA9134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75F52A-480D-754C-9B5D-FFDB265253ED}" type="slidenum">
              <a:rPr lang="en-US" smtClean="0"/>
              <a:t>‹#›</a:t>
            </a:fld>
            <a:endParaRPr lang="en-US" dirty="0"/>
          </a:p>
        </p:txBody>
      </p:sp>
    </p:spTree>
    <p:extLst>
      <p:ext uri="{BB962C8B-B14F-4D97-AF65-F5344CB8AC3E}">
        <p14:creationId xmlns:p14="http://schemas.microsoft.com/office/powerpoint/2010/main" val="293879059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GB"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GB" smtClean="0"/>
              <a:t>26/11/2025</a:t>
            </a:fld>
            <a:endParaRPr lang="en-GB"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GB" smtClean="0"/>
              <a:t>‹#›</a:t>
            </a:fld>
            <a:endParaRPr lang="en-GB" dirty="0"/>
          </a:p>
        </p:txBody>
      </p:sp>
    </p:spTree>
    <p:extLst>
      <p:ext uri="{BB962C8B-B14F-4D97-AF65-F5344CB8AC3E}">
        <p14:creationId xmlns:p14="http://schemas.microsoft.com/office/powerpoint/2010/main" val="60844569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GB"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080">
                <a:solidFill>
                  <a:schemeClr val="tx1">
                    <a:tint val="75000"/>
                  </a:schemeClr>
                </a:solidFill>
              </a:defRPr>
            </a:lvl1pPr>
          </a:lstStyle>
          <a:p>
            <a:pPr>
              <a:defRPr/>
            </a:pPr>
            <a:fld id="{0F9A2349-F935-4559-9B35-1923CEDE2B38}" type="datetimeFigureOut">
              <a:rPr lang="en-US" altLang="en-US" smtClean="0"/>
              <a:pPr>
                <a:defRPr/>
              </a:pPr>
              <a:t>11/26/2025</a:t>
            </a:fld>
            <a:endParaRPr lang="en-US" altLang="en-US" dirty="0"/>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080">
                <a:solidFill>
                  <a:schemeClr val="tx1">
                    <a:tint val="75000"/>
                  </a:schemeClr>
                </a:solidFill>
              </a:defRPr>
            </a:lvl1pPr>
          </a:lstStyle>
          <a:p>
            <a:pPr>
              <a:defRPr/>
            </a:pPr>
            <a:endParaRPr lang="en-US" altLang="en-US" dirty="0"/>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080">
                <a:solidFill>
                  <a:schemeClr val="tx1">
                    <a:tint val="75000"/>
                  </a:schemeClr>
                </a:solidFill>
              </a:defRPr>
            </a:lvl1pPr>
          </a:lstStyle>
          <a:p>
            <a:pPr>
              <a:defRPr/>
            </a:pPr>
            <a:fld id="{253289F9-6C8B-4BE7-AD24-F73569126A8B}" type="slidenum">
              <a:rPr lang="en-US" altLang="en-US" smtClean="0"/>
              <a:pPr>
                <a:defRPr/>
              </a:pPr>
              <a:t>‹#›</a:t>
            </a:fld>
            <a:endParaRPr lang="en-US" altLang="en-US" dirty="0"/>
          </a:p>
        </p:txBody>
      </p:sp>
      <p:pic>
        <p:nvPicPr>
          <p:cNvPr id="7" name="Picture 6">
            <a:extLst>
              <a:ext uri="{FF2B5EF4-FFF2-40B4-BE49-F238E27FC236}">
                <a16:creationId xmlns:a16="http://schemas.microsoft.com/office/drawing/2014/main" id="{CF7FA2A2-5C5B-43B8-9F5A-1EC7DFD48B95}"/>
              </a:ext>
            </a:extLst>
          </p:cNvPr>
          <p:cNvPicPr>
            <a:picLocks noChangeAspect="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336552" y="257176"/>
            <a:ext cx="2925233" cy="493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a:extLst>
              <a:ext uri="{FF2B5EF4-FFF2-40B4-BE49-F238E27FC236}">
                <a16:creationId xmlns:a16="http://schemas.microsoft.com/office/drawing/2014/main" id="{A8075C56-78CB-4D95-8865-115E697A3E4C}"/>
              </a:ext>
            </a:extLst>
          </p:cNvPr>
          <p:cNvPicPr>
            <a:picLocks noChangeAspect="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10761134" y="211456"/>
            <a:ext cx="1109133" cy="1131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17274293"/>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822960" rtl="0" eaLnBrk="1" latinLnBrk="0" hangingPunct="1">
        <a:lnSpc>
          <a:spcPct val="90000"/>
        </a:lnSpc>
        <a:spcBef>
          <a:spcPct val="0"/>
        </a:spcBef>
        <a:buNone/>
        <a:defRPr sz="3960" kern="1200">
          <a:solidFill>
            <a:schemeClr val="tx1"/>
          </a:solidFill>
          <a:latin typeface="+mj-lt"/>
          <a:ea typeface="+mj-ea"/>
          <a:cs typeface="+mj-cs"/>
        </a:defRPr>
      </a:lvl1pPr>
    </p:titleStyle>
    <p:bodyStyle>
      <a:lvl1pPr marL="205740" indent="-205740" algn="l" defTabSz="822960" rtl="0" eaLnBrk="1" latinLnBrk="0" hangingPunct="1">
        <a:lnSpc>
          <a:spcPct val="90000"/>
        </a:lnSpc>
        <a:spcBef>
          <a:spcPts val="900"/>
        </a:spcBef>
        <a:buFont typeface="Arial" panose="020B0604020202020204" pitchFamily="34" charset="0"/>
        <a:buChar char="•"/>
        <a:defRPr sz="2520" kern="1200">
          <a:solidFill>
            <a:schemeClr val="tx1"/>
          </a:solidFill>
          <a:latin typeface="+mn-lt"/>
          <a:ea typeface="+mn-ea"/>
          <a:cs typeface="+mn-cs"/>
        </a:defRPr>
      </a:lvl1pPr>
      <a:lvl2pPr marL="617220" indent="-205740" algn="l" defTabSz="822960" rtl="0" eaLnBrk="1" latinLnBrk="0" hangingPunct="1">
        <a:lnSpc>
          <a:spcPct val="90000"/>
        </a:lnSpc>
        <a:spcBef>
          <a:spcPts val="450"/>
        </a:spcBef>
        <a:buFont typeface="Arial" panose="020B0604020202020204" pitchFamily="34" charset="0"/>
        <a:buChar char="•"/>
        <a:defRPr sz="2160" kern="1200">
          <a:solidFill>
            <a:schemeClr val="tx1"/>
          </a:solidFill>
          <a:latin typeface="+mn-lt"/>
          <a:ea typeface="+mn-ea"/>
          <a:cs typeface="+mn-cs"/>
        </a:defRPr>
      </a:lvl2pPr>
      <a:lvl3pPr marL="1028700" indent="-205740" algn="l" defTabSz="822960" rtl="0" eaLnBrk="1" latinLnBrk="0" hangingPunct="1">
        <a:lnSpc>
          <a:spcPct val="90000"/>
        </a:lnSpc>
        <a:spcBef>
          <a:spcPts val="450"/>
        </a:spcBef>
        <a:buFont typeface="Arial" panose="020B0604020202020204" pitchFamily="34" charset="0"/>
        <a:buChar char="•"/>
        <a:defRPr sz="1800" kern="1200">
          <a:solidFill>
            <a:schemeClr val="tx1"/>
          </a:solidFill>
          <a:latin typeface="+mn-lt"/>
          <a:ea typeface="+mn-ea"/>
          <a:cs typeface="+mn-cs"/>
        </a:defRPr>
      </a:lvl3pPr>
      <a:lvl4pPr marL="144018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4pPr>
      <a:lvl5pPr marL="185166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5pPr>
      <a:lvl6pPr marL="226314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6pPr>
      <a:lvl7pPr marL="267462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7pPr>
      <a:lvl8pPr marL="308610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8pPr>
      <a:lvl9pPr marL="349758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9pPr>
    </p:bodyStyle>
    <p:otherStyle>
      <a:defPPr>
        <a:defRPr lang="en-GB"/>
      </a:defPPr>
      <a:lvl1pPr marL="0" algn="l" defTabSz="822960" rtl="0" eaLnBrk="1" latinLnBrk="0" hangingPunct="1">
        <a:defRPr sz="1620" kern="1200">
          <a:solidFill>
            <a:schemeClr val="tx1"/>
          </a:solidFill>
          <a:latin typeface="+mn-lt"/>
          <a:ea typeface="+mn-ea"/>
          <a:cs typeface="+mn-cs"/>
        </a:defRPr>
      </a:lvl1pPr>
      <a:lvl2pPr marL="411480" algn="l" defTabSz="822960" rtl="0" eaLnBrk="1" latinLnBrk="0" hangingPunct="1">
        <a:defRPr sz="1620" kern="1200">
          <a:solidFill>
            <a:schemeClr val="tx1"/>
          </a:solidFill>
          <a:latin typeface="+mn-lt"/>
          <a:ea typeface="+mn-ea"/>
          <a:cs typeface="+mn-cs"/>
        </a:defRPr>
      </a:lvl2pPr>
      <a:lvl3pPr marL="822960" algn="l" defTabSz="822960" rtl="0" eaLnBrk="1" latinLnBrk="0" hangingPunct="1">
        <a:defRPr sz="1620" kern="1200">
          <a:solidFill>
            <a:schemeClr val="tx1"/>
          </a:solidFill>
          <a:latin typeface="+mn-lt"/>
          <a:ea typeface="+mn-ea"/>
          <a:cs typeface="+mn-cs"/>
        </a:defRPr>
      </a:lvl3pPr>
      <a:lvl4pPr marL="1234440" algn="l" defTabSz="822960" rtl="0" eaLnBrk="1" latinLnBrk="0" hangingPunct="1">
        <a:defRPr sz="1620" kern="1200">
          <a:solidFill>
            <a:schemeClr val="tx1"/>
          </a:solidFill>
          <a:latin typeface="+mn-lt"/>
          <a:ea typeface="+mn-ea"/>
          <a:cs typeface="+mn-cs"/>
        </a:defRPr>
      </a:lvl4pPr>
      <a:lvl5pPr marL="1645920" algn="l" defTabSz="822960" rtl="0" eaLnBrk="1" latinLnBrk="0" hangingPunct="1">
        <a:defRPr sz="1620" kern="1200">
          <a:solidFill>
            <a:schemeClr val="tx1"/>
          </a:solidFill>
          <a:latin typeface="+mn-lt"/>
          <a:ea typeface="+mn-ea"/>
          <a:cs typeface="+mn-cs"/>
        </a:defRPr>
      </a:lvl5pPr>
      <a:lvl6pPr marL="2057400" algn="l" defTabSz="822960" rtl="0" eaLnBrk="1" latinLnBrk="0" hangingPunct="1">
        <a:defRPr sz="1620" kern="1200">
          <a:solidFill>
            <a:schemeClr val="tx1"/>
          </a:solidFill>
          <a:latin typeface="+mn-lt"/>
          <a:ea typeface="+mn-ea"/>
          <a:cs typeface="+mn-cs"/>
        </a:defRPr>
      </a:lvl6pPr>
      <a:lvl7pPr marL="2468880" algn="l" defTabSz="822960" rtl="0" eaLnBrk="1" latinLnBrk="0" hangingPunct="1">
        <a:defRPr sz="1620" kern="1200">
          <a:solidFill>
            <a:schemeClr val="tx1"/>
          </a:solidFill>
          <a:latin typeface="+mn-lt"/>
          <a:ea typeface="+mn-ea"/>
          <a:cs typeface="+mn-cs"/>
        </a:defRPr>
      </a:lvl7pPr>
      <a:lvl8pPr marL="2880360" algn="l" defTabSz="822960" rtl="0" eaLnBrk="1" latinLnBrk="0" hangingPunct="1">
        <a:defRPr sz="1620" kern="1200">
          <a:solidFill>
            <a:schemeClr val="tx1"/>
          </a:solidFill>
          <a:latin typeface="+mn-lt"/>
          <a:ea typeface="+mn-ea"/>
          <a:cs typeface="+mn-cs"/>
        </a:defRPr>
      </a:lvl8pPr>
      <a:lvl9pPr marL="3291840" algn="l" defTabSz="822960" rtl="0" eaLnBrk="1" latinLnBrk="0" hangingPunct="1">
        <a:defRPr sz="16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slideLayout" Target="../slideLayouts/slideLayout7.xml"/><Relationship Id="rId1" Type="http://schemas.openxmlformats.org/officeDocument/2006/relationships/themeOverride" Target="../theme/themeOverride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diagramLayout" Target="../diagrams/layout1.xml"/><Relationship Id="rId3" Type="http://schemas.openxmlformats.org/officeDocument/2006/relationships/image" Target="../media/image7.png"/><Relationship Id="rId7" Type="http://schemas.openxmlformats.org/officeDocument/2006/relationships/diagramData" Target="../diagrams/data1.xml"/><Relationship Id="rId2" Type="http://schemas.openxmlformats.org/officeDocument/2006/relationships/slideLayout" Target="../slideLayouts/slideLayout7.xml"/><Relationship Id="rId1" Type="http://schemas.openxmlformats.org/officeDocument/2006/relationships/themeOverride" Target="../theme/themeOverride2.xml"/><Relationship Id="rId6" Type="http://schemas.openxmlformats.org/officeDocument/2006/relationships/image" Target="../media/image4.png"/><Relationship Id="rId11" Type="http://schemas.microsoft.com/office/2007/relationships/diagramDrawing" Target="../diagrams/drawing1.xml"/><Relationship Id="rId5" Type="http://schemas.openxmlformats.org/officeDocument/2006/relationships/image" Target="../media/image3.png"/><Relationship Id="rId10" Type="http://schemas.openxmlformats.org/officeDocument/2006/relationships/diagramColors" Target="../diagrams/colors1.xml"/><Relationship Id="rId4" Type="http://schemas.openxmlformats.org/officeDocument/2006/relationships/image" Target="../media/image6.png"/><Relationship Id="rId9"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slideLayout" Target="../slideLayouts/slideLayout24.xml"/><Relationship Id="rId1" Type="http://schemas.openxmlformats.org/officeDocument/2006/relationships/themeOverride" Target="../theme/themeOverride3.xml"/></Relationships>
</file>

<file path=ppt/slides/_rels/slide6.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image" Target="../media/image7.png"/><Relationship Id="rId7" Type="http://schemas.openxmlformats.org/officeDocument/2006/relationships/diagramData" Target="../diagrams/data2.xml"/><Relationship Id="rId2" Type="http://schemas.openxmlformats.org/officeDocument/2006/relationships/slideLayout" Target="../slideLayouts/slideLayout7.xml"/><Relationship Id="rId1" Type="http://schemas.openxmlformats.org/officeDocument/2006/relationships/themeOverride" Target="../theme/themeOverride4.xml"/><Relationship Id="rId6" Type="http://schemas.openxmlformats.org/officeDocument/2006/relationships/image" Target="../media/image4.png"/><Relationship Id="rId11" Type="http://schemas.microsoft.com/office/2007/relationships/diagramDrawing" Target="../diagrams/drawing2.xml"/><Relationship Id="rId5" Type="http://schemas.openxmlformats.org/officeDocument/2006/relationships/image" Target="../media/image3.png"/><Relationship Id="rId10" Type="http://schemas.openxmlformats.org/officeDocument/2006/relationships/diagramColors" Target="../diagrams/colors2.xml"/><Relationship Id="rId4" Type="http://schemas.openxmlformats.org/officeDocument/2006/relationships/image" Target="../media/image6.png"/><Relationship Id="rId9"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8" Type="http://schemas.openxmlformats.org/officeDocument/2006/relationships/image" Target="../media/image22.jpg"/><Relationship Id="rId3" Type="http://schemas.openxmlformats.org/officeDocument/2006/relationships/notesSlide" Target="../notesSlides/notesSlide2.xml"/><Relationship Id="rId7" Type="http://schemas.openxmlformats.org/officeDocument/2006/relationships/image" Target="../media/image21.jpeg"/><Relationship Id="rId2" Type="http://schemas.openxmlformats.org/officeDocument/2006/relationships/slideLayout" Target="../slideLayouts/slideLayout37.xml"/><Relationship Id="rId1" Type="http://schemas.openxmlformats.org/officeDocument/2006/relationships/themeOverride" Target="../theme/themeOverride5.xml"/><Relationship Id="rId6" Type="http://schemas.openxmlformats.org/officeDocument/2006/relationships/image" Target="../media/image20.jpg"/><Relationship Id="rId5" Type="http://schemas.openxmlformats.org/officeDocument/2006/relationships/image" Target="../media/image19.jpeg"/><Relationship Id="rId4" Type="http://schemas.openxmlformats.org/officeDocument/2006/relationships/image" Target="../media/image18.jpe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23.jpeg"/><Relationship Id="rId2" Type="http://schemas.openxmlformats.org/officeDocument/2006/relationships/slideLayout" Target="../slideLayouts/slideLayout7.xml"/><Relationship Id="rId1" Type="http://schemas.openxmlformats.org/officeDocument/2006/relationships/themeOverride" Target="../theme/themeOverride6.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24.png"/><Relationship Id="rId2" Type="http://schemas.openxmlformats.org/officeDocument/2006/relationships/slideLayout" Target="../slideLayouts/slideLayout7.xml"/><Relationship Id="rId1" Type="http://schemas.openxmlformats.org/officeDocument/2006/relationships/themeOverride" Target="../theme/themeOverride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8" Type="http://schemas.openxmlformats.org/officeDocument/2006/relationships/diagramLayout" Target="../diagrams/layout3.xml"/><Relationship Id="rId3" Type="http://schemas.openxmlformats.org/officeDocument/2006/relationships/image" Target="../media/image7.png"/><Relationship Id="rId7" Type="http://schemas.openxmlformats.org/officeDocument/2006/relationships/diagramData" Target="../diagrams/data3.xml"/><Relationship Id="rId2" Type="http://schemas.openxmlformats.org/officeDocument/2006/relationships/slideLayout" Target="../slideLayouts/slideLayout7.xml"/><Relationship Id="rId1" Type="http://schemas.openxmlformats.org/officeDocument/2006/relationships/themeOverride" Target="../theme/themeOverride8.xml"/><Relationship Id="rId6" Type="http://schemas.openxmlformats.org/officeDocument/2006/relationships/image" Target="../media/image4.png"/><Relationship Id="rId11" Type="http://schemas.microsoft.com/office/2007/relationships/diagramDrawing" Target="../diagrams/drawing3.xml"/><Relationship Id="rId5" Type="http://schemas.openxmlformats.org/officeDocument/2006/relationships/image" Target="../media/image3.png"/><Relationship Id="rId10" Type="http://schemas.openxmlformats.org/officeDocument/2006/relationships/diagramColors" Target="../diagrams/colors3.xml"/><Relationship Id="rId4" Type="http://schemas.openxmlformats.org/officeDocument/2006/relationships/image" Target="../media/image6.png"/><Relationship Id="rId9" Type="http://schemas.openxmlformats.org/officeDocument/2006/relationships/diagramQuickStyle" Target="../diagrams/quickStyle3.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7.xml"/><Relationship Id="rId1" Type="http://schemas.openxmlformats.org/officeDocument/2006/relationships/themeOverride" Target="../theme/themeOverride9.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7.xml"/><Relationship Id="rId1" Type="http://schemas.openxmlformats.org/officeDocument/2006/relationships/themeOverride" Target="../theme/themeOverride10.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slideLayout" Target="../slideLayouts/slideLayout24.xml"/><Relationship Id="rId1" Type="http://schemas.openxmlformats.org/officeDocument/2006/relationships/themeOverride" Target="../theme/themeOverride11.xml"/><Relationship Id="rId4" Type="http://schemas.openxmlformats.org/officeDocument/2006/relationships/image" Target="../media/image34.png"/></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slideLayout" Target="../slideLayouts/slideLayout24.xml"/><Relationship Id="rId1" Type="http://schemas.openxmlformats.org/officeDocument/2006/relationships/themeOverride" Target="../theme/themeOverride12.xml"/><Relationship Id="rId4" Type="http://schemas.openxmlformats.org/officeDocument/2006/relationships/image" Target="../media/image35.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36.png"/><Relationship Id="rId2" Type="http://schemas.openxmlformats.org/officeDocument/2006/relationships/slideLayout" Target="../slideLayouts/slideLayout7.xml"/><Relationship Id="rId1" Type="http://schemas.openxmlformats.org/officeDocument/2006/relationships/themeOverride" Target="../theme/themeOverride1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37.png"/><Relationship Id="rId2" Type="http://schemas.openxmlformats.org/officeDocument/2006/relationships/slideLayout" Target="../slideLayouts/slideLayout7.xml"/><Relationship Id="rId1" Type="http://schemas.openxmlformats.org/officeDocument/2006/relationships/themeOverride" Target="../theme/themeOverride14.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hyperlink" Target="http://mmu.ac.uk/careers" TargetMode="External"/><Relationship Id="rId2" Type="http://schemas.openxmlformats.org/officeDocument/2006/relationships/image" Target="../media/image38.jpeg"/><Relationship Id="rId1" Type="http://schemas.openxmlformats.org/officeDocument/2006/relationships/slideLayout" Target="../slideLayouts/slideLayout23.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42.png"/><Relationship Id="rId5" Type="http://schemas.openxmlformats.org/officeDocument/2006/relationships/image" Target="../media/image40.png"/><Relationship Id="rId4" Type="http://schemas.openxmlformats.org/officeDocument/2006/relationships/image" Target="../media/image39.png"/></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43.png"/><Relationship Id="rId5" Type="http://schemas.openxmlformats.org/officeDocument/2006/relationships/image" Target="../media/image40.png"/><Relationship Id="rId4" Type="http://schemas.openxmlformats.org/officeDocument/2006/relationships/image" Target="../media/image39.png"/></Relationships>
</file>

<file path=ppt/slides/_rels/slide21.xml.rels><?xml version="1.0" encoding="UTF-8" standalone="yes"?>
<Relationships xmlns="http://schemas.openxmlformats.org/package/2006/relationships"><Relationship Id="rId8" Type="http://schemas.openxmlformats.org/officeDocument/2006/relationships/diagramQuickStyle" Target="../diagrams/quickStyle4.xml"/><Relationship Id="rId3" Type="http://schemas.openxmlformats.org/officeDocument/2006/relationships/image" Target="../media/image6.png"/><Relationship Id="rId7" Type="http://schemas.openxmlformats.org/officeDocument/2006/relationships/diagramLayout" Target="../diagrams/layout4.xml"/><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diagramData" Target="../diagrams/data4.xml"/><Relationship Id="rId5" Type="http://schemas.openxmlformats.org/officeDocument/2006/relationships/image" Target="../media/image40.png"/><Relationship Id="rId10" Type="http://schemas.microsoft.com/office/2007/relationships/diagramDrawing" Target="../diagrams/drawing4.xml"/><Relationship Id="rId4" Type="http://schemas.openxmlformats.org/officeDocument/2006/relationships/image" Target="../media/image39.png"/><Relationship Id="rId9" Type="http://schemas.openxmlformats.org/officeDocument/2006/relationships/diagramColors" Target="../diagrams/colors4.xml"/></Relationships>
</file>

<file path=ppt/slides/_rels/slide22.xml.rels><?xml version="1.0" encoding="UTF-8" standalone="yes"?>
<Relationships xmlns="http://schemas.openxmlformats.org/package/2006/relationships"><Relationship Id="rId3" Type="http://schemas.openxmlformats.org/officeDocument/2006/relationships/image" Target="../media/image44.png"/><Relationship Id="rId7" Type="http://schemas.openxmlformats.org/officeDocument/2006/relationships/image" Target="../media/image45.png"/><Relationship Id="rId2" Type="http://schemas.openxmlformats.org/officeDocument/2006/relationships/slideLayout" Target="../slideLayouts/slideLayout7.xml"/><Relationship Id="rId1" Type="http://schemas.openxmlformats.org/officeDocument/2006/relationships/themeOverride" Target="../theme/themeOverride15.xml"/><Relationship Id="rId6" Type="http://schemas.openxmlformats.org/officeDocument/2006/relationships/image" Target="../media/image6.png"/><Relationship Id="rId5" Type="http://schemas.openxmlformats.org/officeDocument/2006/relationships/image" Target="../media/image7.png"/><Relationship Id="rId4" Type="http://schemas.openxmlformats.org/officeDocument/2006/relationships/image" Target="../media/image40.png"/></Relationships>
</file>

<file path=ppt/slides/_rels/slide23.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4.png"/><Relationship Id="rId7" Type="http://schemas.openxmlformats.org/officeDocument/2006/relationships/hyperlink" Target="https://solutionsreview.com/business-intelligence/the-best-data-analytics-linkedin-groups-right-now/" TargetMode="External"/><Relationship Id="rId2" Type="http://schemas.openxmlformats.org/officeDocument/2006/relationships/slideLayout" Target="../slideLayouts/slideLayout7.xml"/><Relationship Id="rId1" Type="http://schemas.openxmlformats.org/officeDocument/2006/relationships/themeOverride" Target="../theme/themeOverride16.xml"/><Relationship Id="rId6" Type="http://schemas.openxmlformats.org/officeDocument/2006/relationships/image" Target="../media/image6.png"/><Relationship Id="rId5" Type="http://schemas.openxmlformats.org/officeDocument/2006/relationships/image" Target="../media/image7.png"/><Relationship Id="rId4" Type="http://schemas.openxmlformats.org/officeDocument/2006/relationships/image" Target="../media/image40.png"/><Relationship Id="rId9" Type="http://schemas.openxmlformats.org/officeDocument/2006/relationships/image" Target="../media/image47.png"/></Relationships>
</file>

<file path=ppt/slides/_rels/slide2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7.xml"/><Relationship Id="rId5" Type="http://schemas.openxmlformats.org/officeDocument/2006/relationships/image" Target="../media/image40.png"/><Relationship Id="rId4" Type="http://schemas.openxmlformats.org/officeDocument/2006/relationships/image" Target="../media/image50.png"/></Relationships>
</file>

<file path=ppt/slides/_rels/slide2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7.xml"/><Relationship Id="rId5" Type="http://schemas.openxmlformats.org/officeDocument/2006/relationships/image" Target="../media/image40.png"/><Relationship Id="rId4" Type="http://schemas.openxmlformats.org/officeDocument/2006/relationships/image" Target="../media/image50.png"/></Relationships>
</file>

<file path=ppt/slides/_rels/slide26.xml.rels><?xml version="1.0" encoding="UTF-8" standalone="yes"?>
<Relationships xmlns="http://schemas.openxmlformats.org/package/2006/relationships"><Relationship Id="rId8" Type="http://schemas.openxmlformats.org/officeDocument/2006/relationships/hyperlink" Target="https://www.linkedin.com/learning/learning-linkedin-for-students-2021/tap-into-the-power-of-linkedin-8352093?autoAdvance=true&amp;autoSkip=false&amp;autoplay=true&amp;resume=true&amp;u=36102708" TargetMode="External"/><Relationship Id="rId3" Type="http://schemas.openxmlformats.org/officeDocument/2006/relationships/image" Target="../media/image49.png"/><Relationship Id="rId7" Type="http://schemas.openxmlformats.org/officeDocument/2006/relationships/hyperlink" Target="https://mmu.careercentre.me/u/zw37raoi" TargetMode="External"/><Relationship Id="rId2" Type="http://schemas.openxmlformats.org/officeDocument/2006/relationships/image" Target="../media/image48.png"/><Relationship Id="rId1" Type="http://schemas.openxmlformats.org/officeDocument/2006/relationships/slideLayout" Target="../slideLayouts/slideLayout7.xml"/><Relationship Id="rId6" Type="http://schemas.openxmlformats.org/officeDocument/2006/relationships/hyperlink" Target="https://mmu.careercentre.me/u/9g6mn67k" TargetMode="External"/><Relationship Id="rId5" Type="http://schemas.openxmlformats.org/officeDocument/2006/relationships/image" Target="../media/image40.png"/><Relationship Id="rId4" Type="http://schemas.openxmlformats.org/officeDocument/2006/relationships/image" Target="../media/image50.png"/><Relationship Id="rId9" Type="http://schemas.openxmlformats.org/officeDocument/2006/relationships/hyperlink" Target="https://www.mmu.ac.uk/library/referencing-and-study-support/employability-skills" TargetMode="External"/></Relationships>
</file>

<file path=ppt/slides/_rels/slide27.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CD00"/>
        </a:solidFill>
        <a:effectLst/>
      </p:bgPr>
    </p:bg>
    <p:spTree>
      <p:nvGrpSpPr>
        <p:cNvPr id="1" name=""/>
        <p:cNvGrpSpPr/>
        <p:nvPr/>
      </p:nvGrpSpPr>
      <p:grpSpPr>
        <a:xfrm>
          <a:off x="0" y="0"/>
          <a:ext cx="0" cy="0"/>
          <a:chOff x="0" y="0"/>
          <a:chExt cx="0" cy="0"/>
        </a:xfrm>
      </p:grpSpPr>
      <p:sp>
        <p:nvSpPr>
          <p:cNvPr id="2" name="Freeform 2">
            <a:extLst>
              <a:ext uri="{C183D7F6-B498-43B3-948B-1728B52AA6E4}">
                <adec:decorative xmlns:adec="http://schemas.microsoft.com/office/drawing/2017/decorative" val="1"/>
              </a:ext>
            </a:extLst>
          </p:cNvPr>
          <p:cNvSpPr/>
          <p:nvPr/>
        </p:nvSpPr>
        <p:spPr>
          <a:xfrm rot="-1180910">
            <a:off x="9690253" y="-1494399"/>
            <a:ext cx="2748211" cy="2748211"/>
          </a:xfrm>
          <a:custGeom>
            <a:avLst/>
            <a:gdLst/>
            <a:ahLst/>
            <a:cxnLst/>
            <a:rect l="l" t="t" r="r" b="b"/>
            <a:pathLst>
              <a:path w="4122317" h="4122317">
                <a:moveTo>
                  <a:pt x="0" y="0"/>
                </a:moveTo>
                <a:lnTo>
                  <a:pt x="4122317" y="0"/>
                </a:lnTo>
                <a:lnTo>
                  <a:pt x="4122317" y="4122317"/>
                </a:lnTo>
                <a:lnTo>
                  <a:pt x="0" y="4122317"/>
                </a:lnTo>
                <a:lnTo>
                  <a:pt x="0" y="0"/>
                </a:lnTo>
                <a:close/>
              </a:path>
            </a:pathLst>
          </a:custGeom>
          <a:blipFill>
            <a:blip r:embed="rId2"/>
            <a:stretch>
              <a:fillRect/>
            </a:stretch>
          </a:blipFill>
        </p:spPr>
        <p:txBody>
          <a:bodyPr/>
          <a:lstStyle/>
          <a:p>
            <a:endParaRPr lang="en-GB"/>
          </a:p>
        </p:txBody>
      </p:sp>
      <p:sp>
        <p:nvSpPr>
          <p:cNvPr id="3" name="Freeform 3">
            <a:extLst>
              <a:ext uri="{C183D7F6-B498-43B3-948B-1728B52AA6E4}">
                <adec:decorative xmlns:adec="http://schemas.microsoft.com/office/drawing/2017/decorative" val="1"/>
              </a:ext>
            </a:extLst>
          </p:cNvPr>
          <p:cNvSpPr/>
          <p:nvPr/>
        </p:nvSpPr>
        <p:spPr>
          <a:xfrm rot="-1206365">
            <a:off x="9334303" y="1571083"/>
            <a:ext cx="2751108" cy="2751108"/>
          </a:xfrm>
          <a:custGeom>
            <a:avLst/>
            <a:gdLst/>
            <a:ahLst/>
            <a:cxnLst/>
            <a:rect l="l" t="t" r="r" b="b"/>
            <a:pathLst>
              <a:path w="4126662" h="4126662">
                <a:moveTo>
                  <a:pt x="0" y="0"/>
                </a:moveTo>
                <a:lnTo>
                  <a:pt x="4126662" y="0"/>
                </a:lnTo>
                <a:lnTo>
                  <a:pt x="4126662" y="4126661"/>
                </a:lnTo>
                <a:lnTo>
                  <a:pt x="0" y="4126661"/>
                </a:lnTo>
                <a:lnTo>
                  <a:pt x="0" y="0"/>
                </a:lnTo>
                <a:close/>
              </a:path>
            </a:pathLst>
          </a:custGeom>
          <a:blipFill>
            <a:blip r:embed="rId3"/>
            <a:stretch>
              <a:fillRect/>
            </a:stretch>
          </a:blipFill>
        </p:spPr>
        <p:txBody>
          <a:bodyPr/>
          <a:lstStyle/>
          <a:p>
            <a:endParaRPr lang="en-GB"/>
          </a:p>
        </p:txBody>
      </p:sp>
      <p:sp>
        <p:nvSpPr>
          <p:cNvPr id="4" name="Freeform 4">
            <a:extLst>
              <a:ext uri="{C183D7F6-B498-43B3-948B-1728B52AA6E4}">
                <adec:decorative xmlns:adec="http://schemas.microsoft.com/office/drawing/2017/decorative" val="1"/>
              </a:ext>
            </a:extLst>
          </p:cNvPr>
          <p:cNvSpPr/>
          <p:nvPr/>
        </p:nvSpPr>
        <p:spPr>
          <a:xfrm>
            <a:off x="-1699384" y="4570539"/>
            <a:ext cx="3980447" cy="3980447"/>
          </a:xfrm>
          <a:custGeom>
            <a:avLst/>
            <a:gdLst/>
            <a:ahLst/>
            <a:cxnLst/>
            <a:rect l="l" t="t" r="r" b="b"/>
            <a:pathLst>
              <a:path w="5970671" h="5970671">
                <a:moveTo>
                  <a:pt x="0" y="0"/>
                </a:moveTo>
                <a:lnTo>
                  <a:pt x="5970671" y="0"/>
                </a:lnTo>
                <a:lnTo>
                  <a:pt x="5970671" y="5970671"/>
                </a:lnTo>
                <a:lnTo>
                  <a:pt x="0" y="5970671"/>
                </a:lnTo>
                <a:lnTo>
                  <a:pt x="0" y="0"/>
                </a:lnTo>
                <a:close/>
              </a:path>
            </a:pathLst>
          </a:custGeom>
          <a:blipFill>
            <a:blip r:embed="rId4"/>
            <a:stretch>
              <a:fillRect/>
            </a:stretch>
          </a:blipFill>
        </p:spPr>
        <p:txBody>
          <a:bodyPr/>
          <a:lstStyle/>
          <a:p>
            <a:endParaRPr lang="en-GB"/>
          </a:p>
        </p:txBody>
      </p:sp>
      <p:sp>
        <p:nvSpPr>
          <p:cNvPr id="5" name="Freeform 5" descr="Manchester Metropolitan University Logo"/>
          <p:cNvSpPr/>
          <p:nvPr/>
        </p:nvSpPr>
        <p:spPr>
          <a:xfrm>
            <a:off x="685800" y="657935"/>
            <a:ext cx="2458956" cy="940292"/>
          </a:xfrm>
          <a:custGeom>
            <a:avLst/>
            <a:gdLst/>
            <a:ahLst/>
            <a:cxnLst/>
            <a:rect l="l" t="t" r="r" b="b"/>
            <a:pathLst>
              <a:path w="3688434" h="1410438">
                <a:moveTo>
                  <a:pt x="0" y="0"/>
                </a:moveTo>
                <a:lnTo>
                  <a:pt x="3688434" y="0"/>
                </a:lnTo>
                <a:lnTo>
                  <a:pt x="3688434" y="1410438"/>
                </a:lnTo>
                <a:lnTo>
                  <a:pt x="0" y="1410438"/>
                </a:lnTo>
                <a:lnTo>
                  <a:pt x="0" y="0"/>
                </a:lnTo>
                <a:close/>
              </a:path>
            </a:pathLst>
          </a:custGeom>
          <a:blipFill>
            <a:blip r:embed="rId5"/>
            <a:stretch>
              <a:fillRect/>
            </a:stretch>
          </a:blipFill>
        </p:spPr>
        <p:txBody>
          <a:bodyPr/>
          <a:lstStyle/>
          <a:p>
            <a:endParaRPr lang="en-GB"/>
          </a:p>
        </p:txBody>
      </p:sp>
      <p:sp>
        <p:nvSpPr>
          <p:cNvPr id="6" name="Freeform 6" descr="Careers Service"/>
          <p:cNvSpPr/>
          <p:nvPr/>
        </p:nvSpPr>
        <p:spPr>
          <a:xfrm>
            <a:off x="9654191" y="5118781"/>
            <a:ext cx="1986403" cy="1191841"/>
          </a:xfrm>
          <a:custGeom>
            <a:avLst/>
            <a:gdLst/>
            <a:ahLst/>
            <a:cxnLst/>
            <a:rect l="l" t="t" r="r" b="b"/>
            <a:pathLst>
              <a:path w="2979604" h="1787762">
                <a:moveTo>
                  <a:pt x="0" y="0"/>
                </a:moveTo>
                <a:lnTo>
                  <a:pt x="2979604" y="0"/>
                </a:lnTo>
                <a:lnTo>
                  <a:pt x="2979604" y="1787762"/>
                </a:lnTo>
                <a:lnTo>
                  <a:pt x="0" y="1787762"/>
                </a:lnTo>
                <a:lnTo>
                  <a:pt x="0" y="0"/>
                </a:lnTo>
                <a:close/>
              </a:path>
            </a:pathLst>
          </a:custGeom>
          <a:blipFill>
            <a:blip r:embed="rId6"/>
            <a:stretch>
              <a:fillRect/>
            </a:stretch>
          </a:blipFill>
        </p:spPr>
        <p:txBody>
          <a:bodyPr/>
          <a:lstStyle/>
          <a:p>
            <a:endParaRPr lang="en-GB"/>
          </a:p>
        </p:txBody>
      </p:sp>
      <p:sp>
        <p:nvSpPr>
          <p:cNvPr id="7" name="AutoShape 7">
            <a:extLst>
              <a:ext uri="{C183D7F6-B498-43B3-948B-1728B52AA6E4}">
                <adec:decorative xmlns:adec="http://schemas.microsoft.com/office/drawing/2017/decorative" val="1"/>
              </a:ext>
            </a:extLst>
          </p:cNvPr>
          <p:cNvSpPr/>
          <p:nvPr/>
        </p:nvSpPr>
        <p:spPr>
          <a:xfrm flipV="1">
            <a:off x="9476391" y="5244503"/>
            <a:ext cx="0" cy="927697"/>
          </a:xfrm>
          <a:prstGeom prst="line">
            <a:avLst/>
          </a:prstGeom>
          <a:ln w="95250" cap="flat">
            <a:solidFill>
              <a:srgbClr val="000000"/>
            </a:solidFill>
            <a:prstDash val="solid"/>
            <a:headEnd type="none" w="sm" len="sm"/>
            <a:tailEnd type="none" w="sm" len="sm"/>
          </a:ln>
        </p:spPr>
        <p:txBody>
          <a:bodyPr/>
          <a:lstStyle/>
          <a:p>
            <a:endParaRPr lang="en-GB"/>
          </a:p>
        </p:txBody>
      </p:sp>
      <p:sp>
        <p:nvSpPr>
          <p:cNvPr id="8" name="TextBox 8"/>
          <p:cNvSpPr txBox="1">
            <a:spLocks noGrp="1"/>
          </p:cNvSpPr>
          <p:nvPr>
            <p:ph type="title" idx="4294967295"/>
          </p:nvPr>
        </p:nvSpPr>
        <p:spPr>
          <a:xfrm>
            <a:off x="446103" y="1598227"/>
            <a:ext cx="7912934" cy="4292201"/>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ts val="8664"/>
              </a:lnSpc>
              <a:spcBef>
                <a:spcPts val="0"/>
              </a:spcBef>
              <a:defRPr/>
            </a:pPr>
            <a:r>
              <a:rPr lang="en-US" sz="4000" b="1" dirty="0">
                <a:solidFill>
                  <a:srgbClr val="000000"/>
                </a:solidFill>
                <a:ea typeface="+mn-ea"/>
                <a:cs typeface="+mn-cs"/>
              </a:rPr>
              <a:t>Linked In</a:t>
            </a:r>
            <a:br>
              <a:rPr lang="en-US" sz="3200" b="1" dirty="0">
                <a:solidFill>
                  <a:srgbClr val="000000"/>
                </a:solidFill>
                <a:ea typeface="+mn-ea"/>
                <a:cs typeface="+mn-cs"/>
              </a:rPr>
            </a:br>
            <a:r>
              <a:rPr lang="en-US" sz="3200" b="1" dirty="0">
                <a:solidFill>
                  <a:srgbClr val="000000"/>
                </a:solidFill>
                <a:ea typeface="+mn-ea"/>
                <a:cs typeface="+mn-cs"/>
              </a:rPr>
              <a:t>Nick Touati</a:t>
            </a:r>
            <a:br>
              <a:rPr lang="en-US" sz="3200" b="1" dirty="0">
                <a:solidFill>
                  <a:srgbClr val="000000"/>
                </a:solidFill>
                <a:ea typeface="+mn-ea"/>
                <a:cs typeface="+mn-cs"/>
              </a:rPr>
            </a:br>
            <a:r>
              <a:rPr lang="en-US" sz="3200" b="1" dirty="0">
                <a:solidFill>
                  <a:srgbClr val="000000"/>
                </a:solidFill>
                <a:ea typeface="+mn-ea"/>
                <a:cs typeface="+mn-cs"/>
              </a:rPr>
              <a:t>Careers Consultant</a:t>
            </a:r>
            <a:br>
              <a:rPr lang="en-US" sz="3200" b="1" dirty="0">
                <a:solidFill>
                  <a:srgbClr val="000000"/>
                </a:solidFill>
                <a:ea typeface="+mn-ea"/>
                <a:cs typeface="+mn-cs"/>
              </a:rPr>
            </a:br>
            <a:r>
              <a:rPr lang="en-US" sz="3200" b="1" dirty="0">
                <a:solidFill>
                  <a:srgbClr val="000000"/>
                </a:solidFill>
                <a:ea typeface="+mn-ea"/>
                <a:cs typeface="+mn-cs"/>
              </a:rPr>
              <a:t>Science &amp; Engineering Faculty  Careers Team</a:t>
            </a:r>
            <a:endParaRPr lang="en-US" sz="4000" b="1" dirty="0">
              <a:solidFill>
                <a:srgbClr val="000000"/>
              </a:solidFill>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35BF6-C1F7-9E44-A3AB-96ECED89C61D}"/>
              </a:ext>
            </a:extLst>
          </p:cNvPr>
          <p:cNvSpPr>
            <a:spLocks noGrp="1"/>
          </p:cNvSpPr>
          <p:nvPr>
            <p:ph type="ctrTitle"/>
          </p:nvPr>
        </p:nvSpPr>
        <p:spPr>
          <a:xfrm>
            <a:off x="414391" y="1122363"/>
            <a:ext cx="4860994" cy="2387600"/>
          </a:xfrm>
        </p:spPr>
        <p:txBody>
          <a:bodyPr>
            <a:normAutofit/>
          </a:bodyPr>
          <a:lstStyle/>
          <a:p>
            <a:pPr algn="l"/>
            <a:endParaRPr lang="en-US" sz="5500" dirty="0"/>
          </a:p>
        </p:txBody>
      </p:sp>
      <p:sp>
        <p:nvSpPr>
          <p:cNvPr id="3" name="Subtitle 2">
            <a:extLst>
              <a:ext uri="{FF2B5EF4-FFF2-40B4-BE49-F238E27FC236}">
                <a16:creationId xmlns:a16="http://schemas.microsoft.com/office/drawing/2014/main" id="{4F364822-DCC0-794A-9513-17F4F6BB22F7}"/>
              </a:ext>
            </a:extLst>
          </p:cNvPr>
          <p:cNvSpPr>
            <a:spLocks noGrp="1"/>
          </p:cNvSpPr>
          <p:nvPr>
            <p:ph type="subTitle" idx="1"/>
          </p:nvPr>
        </p:nvSpPr>
        <p:spPr>
          <a:xfrm>
            <a:off x="414391" y="3602038"/>
            <a:ext cx="4860994" cy="1655762"/>
          </a:xfrm>
        </p:spPr>
        <p:txBody>
          <a:bodyPr/>
          <a:lstStyle/>
          <a:p>
            <a:pPr algn="l"/>
            <a:endParaRPr lang="en-US" dirty="0"/>
          </a:p>
        </p:txBody>
      </p:sp>
      <p:pic>
        <p:nvPicPr>
          <p:cNvPr id="4" name="Picture 3"/>
          <p:cNvPicPr>
            <a:picLocks noChangeAspect="1"/>
          </p:cNvPicPr>
          <p:nvPr/>
        </p:nvPicPr>
        <p:blipFill>
          <a:blip r:embed="rId4"/>
          <a:stretch>
            <a:fillRect/>
          </a:stretch>
        </p:blipFill>
        <p:spPr>
          <a:xfrm>
            <a:off x="0" y="0"/>
            <a:ext cx="12265269" cy="7481578"/>
          </a:xfrm>
          <a:prstGeom prst="rect">
            <a:avLst/>
          </a:prstGeom>
        </p:spPr>
      </p:pic>
    </p:spTree>
    <p:extLst>
      <p:ext uri="{BB962C8B-B14F-4D97-AF65-F5344CB8AC3E}">
        <p14:creationId xmlns:p14="http://schemas.microsoft.com/office/powerpoint/2010/main" val="20429685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2">
            <a:extLst>
              <a:ext uri="{C183D7F6-B498-43B3-948B-1728B52AA6E4}">
                <adec:decorative xmlns:adec="http://schemas.microsoft.com/office/drawing/2017/decorative" val="1"/>
              </a:ext>
            </a:extLst>
          </p:cNvPr>
          <p:cNvGrpSpPr/>
          <p:nvPr/>
        </p:nvGrpSpPr>
        <p:grpSpPr>
          <a:xfrm>
            <a:off x="19423" y="129640"/>
            <a:ext cx="12192000" cy="697201"/>
            <a:chOff x="0" y="0"/>
            <a:chExt cx="4816593" cy="447430"/>
          </a:xfrm>
        </p:grpSpPr>
        <p:sp>
          <p:nvSpPr>
            <p:cNvPr id="3" name="Freeform 3"/>
            <p:cNvSpPr/>
            <p:nvPr/>
          </p:nvSpPr>
          <p:spPr>
            <a:xfrm>
              <a:off x="0" y="0"/>
              <a:ext cx="4816592" cy="447430"/>
            </a:xfrm>
            <a:custGeom>
              <a:avLst/>
              <a:gdLst/>
              <a:ahLst/>
              <a:cxnLst/>
              <a:rect l="l" t="t" r="r" b="b"/>
              <a:pathLst>
                <a:path w="4816592" h="447430">
                  <a:moveTo>
                    <a:pt x="0" y="0"/>
                  </a:moveTo>
                  <a:lnTo>
                    <a:pt x="4816592" y="0"/>
                  </a:lnTo>
                  <a:lnTo>
                    <a:pt x="4816592" y="447430"/>
                  </a:lnTo>
                  <a:lnTo>
                    <a:pt x="0" y="447430"/>
                  </a:lnTo>
                  <a:close/>
                </a:path>
              </a:pathLst>
            </a:custGeom>
            <a:solidFill>
              <a:srgbClr val="FFCD00"/>
            </a:solidFill>
          </p:spPr>
          <p:txBody>
            <a:bodyPr/>
            <a:lstStyle/>
            <a:p>
              <a:pPr defTabSz="609630"/>
              <a:endParaRPr lang="en-GB" sz="1200">
                <a:solidFill>
                  <a:prstClr val="black"/>
                </a:solidFill>
                <a:latin typeface="Calibri"/>
              </a:endParaRPr>
            </a:p>
          </p:txBody>
        </p:sp>
        <p:sp>
          <p:nvSpPr>
            <p:cNvPr id="4" name="TextBox 4"/>
            <p:cNvSpPr txBox="1"/>
            <p:nvPr/>
          </p:nvSpPr>
          <p:spPr>
            <a:xfrm>
              <a:off x="0" y="-47625"/>
              <a:ext cx="812800" cy="860425"/>
            </a:xfrm>
            <a:prstGeom prst="rect">
              <a:avLst/>
            </a:prstGeom>
          </p:spPr>
          <p:txBody>
            <a:bodyPr lIns="33867" tIns="33867" rIns="33867" bIns="33867" rtlCol="0" anchor="ctr"/>
            <a:lstStyle/>
            <a:p>
              <a:pPr algn="ctr" defTabSz="609630">
                <a:lnSpc>
                  <a:spcPts val="1773"/>
                </a:lnSpc>
              </a:pPr>
              <a:endParaRPr sz="1200">
                <a:solidFill>
                  <a:prstClr val="black"/>
                </a:solidFill>
                <a:latin typeface="Calibri"/>
              </a:endParaRPr>
            </a:p>
          </p:txBody>
        </p:sp>
      </p:grpSp>
      <p:sp>
        <p:nvSpPr>
          <p:cNvPr id="5" name="Freeform 5">
            <a:extLst>
              <a:ext uri="{C183D7F6-B498-43B3-948B-1728B52AA6E4}">
                <adec:decorative xmlns:adec="http://schemas.microsoft.com/office/drawing/2017/decorative" val="1"/>
              </a:ext>
            </a:extLst>
          </p:cNvPr>
          <p:cNvSpPr/>
          <p:nvPr/>
        </p:nvSpPr>
        <p:spPr>
          <a:xfrm>
            <a:off x="10541158" y="121084"/>
            <a:ext cx="1505150" cy="903090"/>
          </a:xfrm>
          <a:custGeom>
            <a:avLst/>
            <a:gdLst/>
            <a:ahLst/>
            <a:cxnLst/>
            <a:rect l="l" t="t" r="r" b="b"/>
            <a:pathLst>
              <a:path w="2257725" h="1354635">
                <a:moveTo>
                  <a:pt x="0" y="0"/>
                </a:moveTo>
                <a:lnTo>
                  <a:pt x="2257726" y="0"/>
                </a:lnTo>
                <a:lnTo>
                  <a:pt x="2257726" y="1354635"/>
                </a:lnTo>
                <a:lnTo>
                  <a:pt x="0" y="1354635"/>
                </a:lnTo>
                <a:lnTo>
                  <a:pt x="0" y="0"/>
                </a:lnTo>
                <a:close/>
              </a:path>
            </a:pathLst>
          </a:custGeom>
          <a:blipFill>
            <a:blip r:embed="rId3"/>
            <a:stretch>
              <a:fillRect/>
            </a:stretch>
          </a:blipFill>
        </p:spPr>
        <p:txBody>
          <a:bodyPr/>
          <a:lstStyle/>
          <a:p>
            <a:pPr defTabSz="609630"/>
            <a:endParaRPr lang="en-GB" sz="1200">
              <a:solidFill>
                <a:prstClr val="black"/>
              </a:solidFill>
              <a:latin typeface="Calibri"/>
            </a:endParaRPr>
          </a:p>
        </p:txBody>
      </p:sp>
      <p:sp>
        <p:nvSpPr>
          <p:cNvPr id="6" name="Freeform 6">
            <a:extLst>
              <a:ext uri="{C183D7F6-B498-43B3-948B-1728B52AA6E4}">
                <adec:decorative xmlns:adec="http://schemas.microsoft.com/office/drawing/2017/decorative" val="1"/>
              </a:ext>
            </a:extLst>
          </p:cNvPr>
          <p:cNvSpPr/>
          <p:nvPr/>
        </p:nvSpPr>
        <p:spPr>
          <a:xfrm>
            <a:off x="301635" y="192267"/>
            <a:ext cx="1886212" cy="721277"/>
          </a:xfrm>
          <a:custGeom>
            <a:avLst/>
            <a:gdLst/>
            <a:ahLst/>
            <a:cxnLst/>
            <a:rect l="l" t="t" r="r" b="b"/>
            <a:pathLst>
              <a:path w="2829318" h="1081916">
                <a:moveTo>
                  <a:pt x="0" y="0"/>
                </a:moveTo>
                <a:lnTo>
                  <a:pt x="2829319" y="0"/>
                </a:lnTo>
                <a:lnTo>
                  <a:pt x="2829319" y="1081916"/>
                </a:lnTo>
                <a:lnTo>
                  <a:pt x="0" y="1081916"/>
                </a:lnTo>
                <a:lnTo>
                  <a:pt x="0" y="0"/>
                </a:lnTo>
                <a:close/>
              </a:path>
            </a:pathLst>
          </a:custGeom>
          <a:blipFill>
            <a:blip r:embed="rId4"/>
            <a:stretch>
              <a:fillRect/>
            </a:stretch>
          </a:blipFill>
        </p:spPr>
        <p:txBody>
          <a:bodyPr/>
          <a:lstStyle/>
          <a:p>
            <a:pPr defTabSz="609630"/>
            <a:endParaRPr lang="en-GB" sz="1200">
              <a:solidFill>
                <a:prstClr val="black"/>
              </a:solidFill>
              <a:latin typeface="Calibri"/>
            </a:endParaRPr>
          </a:p>
        </p:txBody>
      </p:sp>
      <p:sp>
        <p:nvSpPr>
          <p:cNvPr id="7" name="AutoShape 7">
            <a:extLst>
              <a:ext uri="{C183D7F6-B498-43B3-948B-1728B52AA6E4}">
                <adec:decorative xmlns:adec="http://schemas.microsoft.com/office/drawing/2017/decorative" val="1"/>
              </a:ext>
            </a:extLst>
          </p:cNvPr>
          <p:cNvSpPr/>
          <p:nvPr/>
        </p:nvSpPr>
        <p:spPr>
          <a:xfrm flipV="1">
            <a:off x="10407573" y="217679"/>
            <a:ext cx="0" cy="697201"/>
          </a:xfrm>
          <a:prstGeom prst="line">
            <a:avLst/>
          </a:prstGeom>
          <a:ln w="76200" cap="flat">
            <a:solidFill>
              <a:srgbClr val="000000"/>
            </a:solidFill>
            <a:prstDash val="solid"/>
            <a:headEnd type="none" w="sm" len="sm"/>
            <a:tailEnd type="none" w="sm" len="sm"/>
          </a:ln>
        </p:spPr>
        <p:txBody>
          <a:bodyPr/>
          <a:lstStyle/>
          <a:p>
            <a:pPr defTabSz="609630"/>
            <a:endParaRPr lang="en-GB" sz="1200">
              <a:solidFill>
                <a:prstClr val="black"/>
              </a:solidFill>
              <a:latin typeface="Calibri"/>
            </a:endParaRPr>
          </a:p>
        </p:txBody>
      </p:sp>
      <p:sp>
        <p:nvSpPr>
          <p:cNvPr id="8" name="TextBox 8"/>
          <p:cNvSpPr txBox="1">
            <a:spLocks noGrp="1"/>
          </p:cNvSpPr>
          <p:nvPr>
            <p:ph type="title" idx="4294967295"/>
          </p:nvPr>
        </p:nvSpPr>
        <p:spPr>
          <a:xfrm>
            <a:off x="180976" y="1386648"/>
            <a:ext cx="11191874" cy="827919"/>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ts val="7150"/>
              </a:lnSpc>
              <a:spcBef>
                <a:spcPts val="0"/>
              </a:spcBef>
              <a:defRPr/>
            </a:pPr>
            <a:r>
              <a:rPr lang="en-US" sz="4000" b="1" dirty="0">
                <a:solidFill>
                  <a:srgbClr val="000000"/>
                </a:solidFill>
                <a:latin typeface="+mn-lt"/>
                <a:ea typeface="+mn-ea"/>
                <a:cs typeface="+mn-cs"/>
              </a:rPr>
              <a:t>Career Readiness data- first year Mathematics</a:t>
            </a:r>
          </a:p>
        </p:txBody>
      </p:sp>
      <p:sp>
        <p:nvSpPr>
          <p:cNvPr id="9" name="Freeform 9">
            <a:extLst>
              <a:ext uri="{C183D7F6-B498-43B3-948B-1728B52AA6E4}">
                <adec:decorative xmlns:adec="http://schemas.microsoft.com/office/drawing/2017/decorative" val="1"/>
              </a:ext>
            </a:extLst>
          </p:cNvPr>
          <p:cNvSpPr/>
          <p:nvPr/>
        </p:nvSpPr>
        <p:spPr>
          <a:xfrm rot="-1180910">
            <a:off x="10775186" y="3992812"/>
            <a:ext cx="1285839" cy="1285839"/>
          </a:xfrm>
          <a:custGeom>
            <a:avLst/>
            <a:gdLst/>
            <a:ahLst/>
            <a:cxnLst/>
            <a:rect l="l" t="t" r="r" b="b"/>
            <a:pathLst>
              <a:path w="1928759" h="1928759">
                <a:moveTo>
                  <a:pt x="0" y="0"/>
                </a:moveTo>
                <a:lnTo>
                  <a:pt x="1928759" y="0"/>
                </a:lnTo>
                <a:lnTo>
                  <a:pt x="1928759" y="1928759"/>
                </a:lnTo>
                <a:lnTo>
                  <a:pt x="0" y="1928759"/>
                </a:lnTo>
                <a:lnTo>
                  <a:pt x="0" y="0"/>
                </a:lnTo>
                <a:close/>
              </a:path>
            </a:pathLst>
          </a:custGeom>
          <a:blipFill>
            <a:blip r:embed="rId5"/>
            <a:stretch>
              <a:fillRect/>
            </a:stretch>
          </a:blipFill>
        </p:spPr>
        <p:txBody>
          <a:bodyPr/>
          <a:lstStyle/>
          <a:p>
            <a:pPr defTabSz="609630"/>
            <a:endParaRPr lang="en-GB" sz="1200">
              <a:solidFill>
                <a:prstClr val="black"/>
              </a:solidFill>
              <a:latin typeface="Calibri"/>
            </a:endParaRPr>
          </a:p>
        </p:txBody>
      </p:sp>
      <p:sp>
        <p:nvSpPr>
          <p:cNvPr id="10" name="Freeform 10">
            <a:extLst>
              <a:ext uri="{C183D7F6-B498-43B3-948B-1728B52AA6E4}">
                <adec:decorative xmlns:adec="http://schemas.microsoft.com/office/drawing/2017/decorative" val="1"/>
              </a:ext>
            </a:extLst>
          </p:cNvPr>
          <p:cNvSpPr/>
          <p:nvPr/>
        </p:nvSpPr>
        <p:spPr>
          <a:xfrm rot="-1206365">
            <a:off x="10608643" y="5427095"/>
            <a:ext cx="1287195" cy="1287195"/>
          </a:xfrm>
          <a:custGeom>
            <a:avLst/>
            <a:gdLst/>
            <a:ahLst/>
            <a:cxnLst/>
            <a:rect l="l" t="t" r="r" b="b"/>
            <a:pathLst>
              <a:path w="1930792" h="1930792">
                <a:moveTo>
                  <a:pt x="0" y="0"/>
                </a:moveTo>
                <a:lnTo>
                  <a:pt x="1930792" y="0"/>
                </a:lnTo>
                <a:lnTo>
                  <a:pt x="1930792" y="1930792"/>
                </a:lnTo>
                <a:lnTo>
                  <a:pt x="0" y="1930792"/>
                </a:lnTo>
                <a:lnTo>
                  <a:pt x="0" y="0"/>
                </a:lnTo>
                <a:close/>
              </a:path>
            </a:pathLst>
          </a:custGeom>
          <a:blipFill>
            <a:blip r:embed="rId6"/>
            <a:stretch>
              <a:fillRect/>
            </a:stretch>
          </a:blipFill>
        </p:spPr>
        <p:txBody>
          <a:bodyPr/>
          <a:lstStyle/>
          <a:p>
            <a:pPr defTabSz="609630"/>
            <a:endParaRPr lang="en-GB" sz="1200">
              <a:solidFill>
                <a:prstClr val="black"/>
              </a:solidFill>
              <a:latin typeface="Calibri"/>
            </a:endParaRPr>
          </a:p>
        </p:txBody>
      </p:sp>
      <p:sp>
        <p:nvSpPr>
          <p:cNvPr id="12" name="Lightning Bolt 11">
            <a:extLst>
              <a:ext uri="{FF2B5EF4-FFF2-40B4-BE49-F238E27FC236}">
                <a16:creationId xmlns:a16="http://schemas.microsoft.com/office/drawing/2014/main" id="{B9B81D99-8E54-CA02-D461-DCAE80A50276}"/>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en-GB" sz="1200">
              <a:solidFill>
                <a:prstClr val="white"/>
              </a:solidFill>
              <a:latin typeface="Calibri"/>
            </a:endParaRPr>
          </a:p>
        </p:txBody>
      </p:sp>
      <p:sp>
        <p:nvSpPr>
          <p:cNvPr id="13" name="Lightning Bolt 12">
            <a:extLst>
              <a:ext uri="{FF2B5EF4-FFF2-40B4-BE49-F238E27FC236}">
                <a16:creationId xmlns:a16="http://schemas.microsoft.com/office/drawing/2014/main" id="{586944FC-5BA3-4940-CD36-2D44A7E376DC}"/>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en-GB" sz="1200">
              <a:solidFill>
                <a:prstClr val="white"/>
              </a:solidFill>
              <a:latin typeface="Calibri"/>
            </a:endParaRPr>
          </a:p>
        </p:txBody>
      </p:sp>
      <p:sp>
        <p:nvSpPr>
          <p:cNvPr id="14" name="Lightning Bolt 13">
            <a:extLst>
              <a:ext uri="{FF2B5EF4-FFF2-40B4-BE49-F238E27FC236}">
                <a16:creationId xmlns:a16="http://schemas.microsoft.com/office/drawing/2014/main" id="{33A84611-0562-819A-943B-E598763E05FF}"/>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en-GB" sz="1200">
              <a:solidFill>
                <a:prstClr val="white"/>
              </a:solidFill>
              <a:latin typeface="Calibri"/>
            </a:endParaRPr>
          </a:p>
        </p:txBody>
      </p:sp>
      <p:sp>
        <p:nvSpPr>
          <p:cNvPr id="15" name="Lightning Bolt 14">
            <a:extLst>
              <a:ext uri="{FF2B5EF4-FFF2-40B4-BE49-F238E27FC236}">
                <a16:creationId xmlns:a16="http://schemas.microsoft.com/office/drawing/2014/main" id="{29236A5E-28C8-FBB6-5CBB-38ACD3087C78}"/>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en-GB" sz="1200">
              <a:solidFill>
                <a:prstClr val="white"/>
              </a:solidFill>
              <a:latin typeface="Calibri"/>
            </a:endParaRPr>
          </a:p>
        </p:txBody>
      </p:sp>
      <p:sp>
        <p:nvSpPr>
          <p:cNvPr id="16" name="Lightning Bolt 15">
            <a:extLst>
              <a:ext uri="{FF2B5EF4-FFF2-40B4-BE49-F238E27FC236}">
                <a16:creationId xmlns:a16="http://schemas.microsoft.com/office/drawing/2014/main" id="{DA9630B8-D7B3-882C-D074-20EB49715A44}"/>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en-GB" sz="1200">
              <a:solidFill>
                <a:prstClr val="white"/>
              </a:solidFill>
              <a:latin typeface="Calibri"/>
            </a:endParaRPr>
          </a:p>
        </p:txBody>
      </p:sp>
      <p:sp>
        <p:nvSpPr>
          <p:cNvPr id="17" name="Lightning Bolt 16">
            <a:extLst>
              <a:ext uri="{FF2B5EF4-FFF2-40B4-BE49-F238E27FC236}">
                <a16:creationId xmlns:a16="http://schemas.microsoft.com/office/drawing/2014/main" id="{1BE41B55-86E6-B3DC-C0AF-E7180BC848A4}"/>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en-GB" sz="1200">
              <a:solidFill>
                <a:prstClr val="white"/>
              </a:solidFill>
              <a:latin typeface="Calibri"/>
            </a:endParaRPr>
          </a:p>
        </p:txBody>
      </p:sp>
      <p:sp>
        <p:nvSpPr>
          <p:cNvPr id="18" name="Lightning Bolt 17">
            <a:extLst>
              <a:ext uri="{FF2B5EF4-FFF2-40B4-BE49-F238E27FC236}">
                <a16:creationId xmlns:a16="http://schemas.microsoft.com/office/drawing/2014/main" id="{02811C24-D0D9-1BC8-B16F-F7B8DE9A5FB8}"/>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en-GB" sz="1200">
              <a:solidFill>
                <a:prstClr val="white"/>
              </a:solidFill>
              <a:latin typeface="Calibri"/>
            </a:endParaRPr>
          </a:p>
        </p:txBody>
      </p:sp>
      <p:sp>
        <p:nvSpPr>
          <p:cNvPr id="19" name="Lightning Bolt 18">
            <a:extLst>
              <a:ext uri="{FF2B5EF4-FFF2-40B4-BE49-F238E27FC236}">
                <a16:creationId xmlns:a16="http://schemas.microsoft.com/office/drawing/2014/main" id="{5B22D6F6-DD9D-AFC1-A052-8927F2A3630A}"/>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en-GB" sz="1200">
              <a:solidFill>
                <a:prstClr val="white"/>
              </a:solidFill>
              <a:latin typeface="Calibri"/>
            </a:endParaRPr>
          </a:p>
        </p:txBody>
      </p:sp>
      <p:pic>
        <p:nvPicPr>
          <p:cNvPr id="21" name="Picture 20">
            <a:extLst>
              <a:ext uri="{FF2B5EF4-FFF2-40B4-BE49-F238E27FC236}">
                <a16:creationId xmlns:a16="http://schemas.microsoft.com/office/drawing/2014/main" id="{FA284995-208B-E9A6-0FD8-242E5CC47CC2}"/>
              </a:ext>
            </a:extLst>
          </p:cNvPr>
          <p:cNvPicPr>
            <a:picLocks noChangeAspect="1"/>
          </p:cNvPicPr>
          <p:nvPr/>
        </p:nvPicPr>
        <p:blipFill>
          <a:blip r:embed="rId7"/>
          <a:stretch>
            <a:fillRect/>
          </a:stretch>
        </p:blipFill>
        <p:spPr>
          <a:xfrm>
            <a:off x="3502893" y="2333625"/>
            <a:ext cx="4505325" cy="4524375"/>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2">
            <a:extLst>
              <a:ext uri="{C183D7F6-B498-43B3-948B-1728B52AA6E4}">
                <adec:decorative xmlns:adec="http://schemas.microsoft.com/office/drawing/2017/decorative" val="1"/>
              </a:ext>
            </a:extLst>
          </p:cNvPr>
          <p:cNvGrpSpPr/>
          <p:nvPr/>
        </p:nvGrpSpPr>
        <p:grpSpPr>
          <a:xfrm>
            <a:off x="0" y="0"/>
            <a:ext cx="12192000" cy="1132558"/>
            <a:chOff x="0" y="0"/>
            <a:chExt cx="4816593" cy="447430"/>
          </a:xfrm>
        </p:grpSpPr>
        <p:sp>
          <p:nvSpPr>
            <p:cNvPr id="3" name="Freeform 3"/>
            <p:cNvSpPr/>
            <p:nvPr/>
          </p:nvSpPr>
          <p:spPr>
            <a:xfrm>
              <a:off x="0" y="0"/>
              <a:ext cx="4816592" cy="447430"/>
            </a:xfrm>
            <a:custGeom>
              <a:avLst/>
              <a:gdLst/>
              <a:ahLst/>
              <a:cxnLst/>
              <a:rect l="l" t="t" r="r" b="b"/>
              <a:pathLst>
                <a:path w="4816592" h="447430">
                  <a:moveTo>
                    <a:pt x="0" y="0"/>
                  </a:moveTo>
                  <a:lnTo>
                    <a:pt x="4816592" y="0"/>
                  </a:lnTo>
                  <a:lnTo>
                    <a:pt x="4816592" y="447430"/>
                  </a:lnTo>
                  <a:lnTo>
                    <a:pt x="0" y="447430"/>
                  </a:lnTo>
                  <a:close/>
                </a:path>
              </a:pathLst>
            </a:custGeom>
            <a:solidFill>
              <a:srgbClr val="FFCD00"/>
            </a:solidFill>
          </p:spPr>
          <p:txBody>
            <a:bodyPr/>
            <a:lstStyle/>
            <a:p>
              <a:endParaRPr lang="en-GB"/>
            </a:p>
          </p:txBody>
        </p:sp>
        <p:sp>
          <p:nvSpPr>
            <p:cNvPr id="4" name="TextBox 4"/>
            <p:cNvSpPr txBox="1"/>
            <p:nvPr/>
          </p:nvSpPr>
          <p:spPr>
            <a:xfrm>
              <a:off x="0" y="-47625"/>
              <a:ext cx="812800" cy="860425"/>
            </a:xfrm>
            <a:prstGeom prst="rect">
              <a:avLst/>
            </a:prstGeom>
          </p:spPr>
          <p:txBody>
            <a:bodyPr lIns="33867" tIns="33867" rIns="33867" bIns="33867" rtlCol="0" anchor="ctr"/>
            <a:lstStyle/>
            <a:p>
              <a:pPr algn="ctr" defTabSz="609630">
                <a:lnSpc>
                  <a:spcPts val="1773"/>
                </a:lnSpc>
              </a:pPr>
              <a:endParaRPr sz="1200">
                <a:solidFill>
                  <a:prstClr val="black"/>
                </a:solidFill>
                <a:latin typeface="Calibri"/>
              </a:endParaRPr>
            </a:p>
          </p:txBody>
        </p:sp>
      </p:grpSp>
      <p:sp>
        <p:nvSpPr>
          <p:cNvPr id="5" name="Freeform 5">
            <a:extLst>
              <a:ext uri="{C183D7F6-B498-43B3-948B-1728B52AA6E4}">
                <adec:decorative xmlns:adec="http://schemas.microsoft.com/office/drawing/2017/decorative" val="1"/>
              </a:ext>
            </a:extLst>
          </p:cNvPr>
          <p:cNvSpPr/>
          <p:nvPr/>
        </p:nvSpPr>
        <p:spPr>
          <a:xfrm>
            <a:off x="10541158" y="121084"/>
            <a:ext cx="1505150" cy="903090"/>
          </a:xfrm>
          <a:custGeom>
            <a:avLst/>
            <a:gdLst/>
            <a:ahLst/>
            <a:cxnLst/>
            <a:rect l="l" t="t" r="r" b="b"/>
            <a:pathLst>
              <a:path w="2257725" h="1354635">
                <a:moveTo>
                  <a:pt x="0" y="0"/>
                </a:moveTo>
                <a:lnTo>
                  <a:pt x="2257726" y="0"/>
                </a:lnTo>
                <a:lnTo>
                  <a:pt x="2257726" y="1354635"/>
                </a:lnTo>
                <a:lnTo>
                  <a:pt x="0" y="1354635"/>
                </a:lnTo>
                <a:lnTo>
                  <a:pt x="0" y="0"/>
                </a:lnTo>
                <a:close/>
              </a:path>
            </a:pathLst>
          </a:custGeom>
          <a:blipFill>
            <a:blip r:embed="rId3"/>
            <a:stretch>
              <a:fillRect/>
            </a:stretch>
          </a:blipFill>
        </p:spPr>
        <p:txBody>
          <a:bodyPr/>
          <a:lstStyle/>
          <a:p>
            <a:endParaRPr lang="en-GB"/>
          </a:p>
        </p:txBody>
      </p:sp>
      <p:sp>
        <p:nvSpPr>
          <p:cNvPr id="6" name="Freeform 6">
            <a:extLst>
              <a:ext uri="{C183D7F6-B498-43B3-948B-1728B52AA6E4}">
                <adec:decorative xmlns:adec="http://schemas.microsoft.com/office/drawing/2017/decorative" val="1"/>
              </a:ext>
            </a:extLst>
          </p:cNvPr>
          <p:cNvSpPr/>
          <p:nvPr/>
        </p:nvSpPr>
        <p:spPr>
          <a:xfrm>
            <a:off x="301635" y="192267"/>
            <a:ext cx="1886212" cy="721277"/>
          </a:xfrm>
          <a:custGeom>
            <a:avLst/>
            <a:gdLst/>
            <a:ahLst/>
            <a:cxnLst/>
            <a:rect l="l" t="t" r="r" b="b"/>
            <a:pathLst>
              <a:path w="2829318" h="1081916">
                <a:moveTo>
                  <a:pt x="0" y="0"/>
                </a:moveTo>
                <a:lnTo>
                  <a:pt x="2829319" y="0"/>
                </a:lnTo>
                <a:lnTo>
                  <a:pt x="2829319" y="1081916"/>
                </a:lnTo>
                <a:lnTo>
                  <a:pt x="0" y="1081916"/>
                </a:lnTo>
                <a:lnTo>
                  <a:pt x="0" y="0"/>
                </a:lnTo>
                <a:close/>
              </a:path>
            </a:pathLst>
          </a:custGeom>
          <a:blipFill>
            <a:blip r:embed="rId4"/>
            <a:stretch>
              <a:fillRect/>
            </a:stretch>
          </a:blipFill>
        </p:spPr>
        <p:txBody>
          <a:bodyPr/>
          <a:lstStyle/>
          <a:p>
            <a:endParaRPr lang="en-GB"/>
          </a:p>
        </p:txBody>
      </p:sp>
      <p:sp>
        <p:nvSpPr>
          <p:cNvPr id="7" name="AutoShape 7">
            <a:extLst>
              <a:ext uri="{C183D7F6-B498-43B3-948B-1728B52AA6E4}">
                <adec:decorative xmlns:adec="http://schemas.microsoft.com/office/drawing/2017/decorative" val="1"/>
              </a:ext>
            </a:extLst>
          </p:cNvPr>
          <p:cNvSpPr/>
          <p:nvPr/>
        </p:nvSpPr>
        <p:spPr>
          <a:xfrm flipV="1">
            <a:off x="10407573" y="217679"/>
            <a:ext cx="0" cy="697201"/>
          </a:xfrm>
          <a:prstGeom prst="line">
            <a:avLst/>
          </a:prstGeom>
          <a:ln w="76200" cap="flat">
            <a:solidFill>
              <a:srgbClr val="000000"/>
            </a:solidFill>
            <a:prstDash val="solid"/>
            <a:headEnd type="none" w="sm" len="sm"/>
            <a:tailEnd type="none" w="sm" len="sm"/>
          </a:ln>
        </p:spPr>
        <p:txBody>
          <a:bodyPr/>
          <a:lstStyle/>
          <a:p>
            <a:endParaRPr lang="en-GB"/>
          </a:p>
        </p:txBody>
      </p:sp>
      <p:sp>
        <p:nvSpPr>
          <p:cNvPr id="8" name="TextBox 8"/>
          <p:cNvSpPr txBox="1">
            <a:spLocks noGrp="1"/>
          </p:cNvSpPr>
          <p:nvPr>
            <p:ph type="title" idx="4294967295"/>
          </p:nvPr>
        </p:nvSpPr>
        <p:spPr>
          <a:xfrm>
            <a:off x="1" y="1389592"/>
            <a:ext cx="9553575" cy="827919"/>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ts val="7150"/>
              </a:lnSpc>
              <a:spcBef>
                <a:spcPts val="0"/>
              </a:spcBef>
              <a:defRPr/>
            </a:pPr>
            <a:r>
              <a:rPr lang="en-US" sz="4000" b="1" dirty="0">
                <a:solidFill>
                  <a:srgbClr val="000000"/>
                </a:solidFill>
                <a:ea typeface="+mn-ea"/>
                <a:cs typeface="+mn-cs"/>
              </a:rPr>
              <a:t>The essentials</a:t>
            </a:r>
          </a:p>
        </p:txBody>
      </p:sp>
      <p:sp>
        <p:nvSpPr>
          <p:cNvPr id="9" name="Freeform 9">
            <a:extLst>
              <a:ext uri="{C183D7F6-B498-43B3-948B-1728B52AA6E4}">
                <adec:decorative xmlns:adec="http://schemas.microsoft.com/office/drawing/2017/decorative" val="1"/>
              </a:ext>
            </a:extLst>
          </p:cNvPr>
          <p:cNvSpPr/>
          <p:nvPr/>
        </p:nvSpPr>
        <p:spPr>
          <a:xfrm rot="-1180910">
            <a:off x="10775186" y="3992812"/>
            <a:ext cx="1285839" cy="1285839"/>
          </a:xfrm>
          <a:custGeom>
            <a:avLst/>
            <a:gdLst/>
            <a:ahLst/>
            <a:cxnLst/>
            <a:rect l="l" t="t" r="r" b="b"/>
            <a:pathLst>
              <a:path w="1928759" h="1928759">
                <a:moveTo>
                  <a:pt x="0" y="0"/>
                </a:moveTo>
                <a:lnTo>
                  <a:pt x="1928759" y="0"/>
                </a:lnTo>
                <a:lnTo>
                  <a:pt x="1928759" y="1928759"/>
                </a:lnTo>
                <a:lnTo>
                  <a:pt x="0" y="1928759"/>
                </a:lnTo>
                <a:lnTo>
                  <a:pt x="0" y="0"/>
                </a:lnTo>
                <a:close/>
              </a:path>
            </a:pathLst>
          </a:custGeom>
          <a:blipFill>
            <a:blip r:embed="rId5"/>
            <a:stretch>
              <a:fillRect/>
            </a:stretch>
          </a:blipFill>
        </p:spPr>
        <p:txBody>
          <a:bodyPr/>
          <a:lstStyle/>
          <a:p>
            <a:endParaRPr lang="en-GB"/>
          </a:p>
        </p:txBody>
      </p:sp>
      <p:sp>
        <p:nvSpPr>
          <p:cNvPr id="10" name="Freeform 10">
            <a:extLst>
              <a:ext uri="{C183D7F6-B498-43B3-948B-1728B52AA6E4}">
                <adec:decorative xmlns:adec="http://schemas.microsoft.com/office/drawing/2017/decorative" val="1"/>
              </a:ext>
            </a:extLst>
          </p:cNvPr>
          <p:cNvSpPr/>
          <p:nvPr/>
        </p:nvSpPr>
        <p:spPr>
          <a:xfrm rot="-1206365">
            <a:off x="10608643" y="5427095"/>
            <a:ext cx="1287195" cy="1287195"/>
          </a:xfrm>
          <a:custGeom>
            <a:avLst/>
            <a:gdLst/>
            <a:ahLst/>
            <a:cxnLst/>
            <a:rect l="l" t="t" r="r" b="b"/>
            <a:pathLst>
              <a:path w="1930792" h="1930792">
                <a:moveTo>
                  <a:pt x="0" y="0"/>
                </a:moveTo>
                <a:lnTo>
                  <a:pt x="1930792" y="0"/>
                </a:lnTo>
                <a:lnTo>
                  <a:pt x="1930792" y="1930792"/>
                </a:lnTo>
                <a:lnTo>
                  <a:pt x="0" y="1930792"/>
                </a:lnTo>
                <a:lnTo>
                  <a:pt x="0" y="0"/>
                </a:lnTo>
                <a:close/>
              </a:path>
            </a:pathLst>
          </a:custGeom>
          <a:blipFill>
            <a:blip r:embed="rId6"/>
            <a:stretch>
              <a:fillRect/>
            </a:stretch>
          </a:blipFill>
        </p:spPr>
        <p:txBody>
          <a:bodyPr/>
          <a:lstStyle/>
          <a:p>
            <a:endParaRPr lang="en-GB"/>
          </a:p>
        </p:txBody>
      </p:sp>
      <p:sp>
        <p:nvSpPr>
          <p:cNvPr id="12" name="Lightning Bolt 11">
            <a:extLst>
              <a:ext uri="{FF2B5EF4-FFF2-40B4-BE49-F238E27FC236}">
                <a16:creationId xmlns:a16="http://schemas.microsoft.com/office/drawing/2014/main" id="{B9B81D99-8E54-CA02-D461-DCAE80A50276}"/>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en-GB" sz="1200">
              <a:solidFill>
                <a:prstClr val="white"/>
              </a:solidFill>
              <a:latin typeface="Calibri"/>
            </a:endParaRPr>
          </a:p>
        </p:txBody>
      </p:sp>
      <p:sp>
        <p:nvSpPr>
          <p:cNvPr id="13" name="Lightning Bolt 12">
            <a:extLst>
              <a:ext uri="{FF2B5EF4-FFF2-40B4-BE49-F238E27FC236}">
                <a16:creationId xmlns:a16="http://schemas.microsoft.com/office/drawing/2014/main" id="{586944FC-5BA3-4940-CD36-2D44A7E376DC}"/>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en-GB" sz="1200">
              <a:solidFill>
                <a:prstClr val="white"/>
              </a:solidFill>
              <a:latin typeface="Calibri"/>
            </a:endParaRPr>
          </a:p>
        </p:txBody>
      </p:sp>
      <p:sp>
        <p:nvSpPr>
          <p:cNvPr id="14" name="Lightning Bolt 13">
            <a:extLst>
              <a:ext uri="{FF2B5EF4-FFF2-40B4-BE49-F238E27FC236}">
                <a16:creationId xmlns:a16="http://schemas.microsoft.com/office/drawing/2014/main" id="{33A84611-0562-819A-943B-E598763E05FF}"/>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en-GB" sz="1200">
              <a:solidFill>
                <a:prstClr val="white"/>
              </a:solidFill>
              <a:latin typeface="Calibri"/>
            </a:endParaRPr>
          </a:p>
        </p:txBody>
      </p:sp>
      <p:sp>
        <p:nvSpPr>
          <p:cNvPr id="15" name="Lightning Bolt 14">
            <a:extLst>
              <a:ext uri="{FF2B5EF4-FFF2-40B4-BE49-F238E27FC236}">
                <a16:creationId xmlns:a16="http://schemas.microsoft.com/office/drawing/2014/main" id="{29236A5E-28C8-FBB6-5CBB-38ACD3087C78}"/>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en-GB" sz="1200">
              <a:solidFill>
                <a:prstClr val="white"/>
              </a:solidFill>
              <a:latin typeface="Calibri"/>
            </a:endParaRPr>
          </a:p>
        </p:txBody>
      </p:sp>
      <p:sp>
        <p:nvSpPr>
          <p:cNvPr id="16" name="Lightning Bolt 15">
            <a:extLst>
              <a:ext uri="{FF2B5EF4-FFF2-40B4-BE49-F238E27FC236}">
                <a16:creationId xmlns:a16="http://schemas.microsoft.com/office/drawing/2014/main" id="{DA9630B8-D7B3-882C-D074-20EB49715A44}"/>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en-GB" sz="1200">
              <a:solidFill>
                <a:prstClr val="white"/>
              </a:solidFill>
              <a:latin typeface="Calibri"/>
            </a:endParaRPr>
          </a:p>
        </p:txBody>
      </p:sp>
      <p:sp>
        <p:nvSpPr>
          <p:cNvPr id="17" name="Lightning Bolt 16">
            <a:extLst>
              <a:ext uri="{FF2B5EF4-FFF2-40B4-BE49-F238E27FC236}">
                <a16:creationId xmlns:a16="http://schemas.microsoft.com/office/drawing/2014/main" id="{1BE41B55-86E6-B3DC-C0AF-E7180BC848A4}"/>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en-GB" sz="1200">
              <a:solidFill>
                <a:prstClr val="white"/>
              </a:solidFill>
              <a:latin typeface="Calibri"/>
            </a:endParaRPr>
          </a:p>
        </p:txBody>
      </p:sp>
      <p:sp>
        <p:nvSpPr>
          <p:cNvPr id="18" name="Lightning Bolt 17">
            <a:extLst>
              <a:ext uri="{FF2B5EF4-FFF2-40B4-BE49-F238E27FC236}">
                <a16:creationId xmlns:a16="http://schemas.microsoft.com/office/drawing/2014/main" id="{02811C24-D0D9-1BC8-B16F-F7B8DE9A5FB8}"/>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en-GB" sz="1200">
              <a:solidFill>
                <a:prstClr val="white"/>
              </a:solidFill>
              <a:latin typeface="Calibri"/>
            </a:endParaRPr>
          </a:p>
        </p:txBody>
      </p:sp>
      <p:sp>
        <p:nvSpPr>
          <p:cNvPr id="19" name="Lightning Bolt 18">
            <a:extLst>
              <a:ext uri="{FF2B5EF4-FFF2-40B4-BE49-F238E27FC236}">
                <a16:creationId xmlns:a16="http://schemas.microsoft.com/office/drawing/2014/main" id="{5B22D6F6-DD9D-AFC1-A052-8927F2A3630A}"/>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en-GB" sz="1200">
              <a:solidFill>
                <a:prstClr val="white"/>
              </a:solidFill>
              <a:latin typeface="Calibri"/>
            </a:endParaRPr>
          </a:p>
        </p:txBody>
      </p:sp>
      <p:graphicFrame>
        <p:nvGraphicFramePr>
          <p:cNvPr id="21" name="TextBox 11">
            <a:extLst>
              <a:ext uri="{FF2B5EF4-FFF2-40B4-BE49-F238E27FC236}">
                <a16:creationId xmlns:a16="http://schemas.microsoft.com/office/drawing/2014/main" id="{296D0A3E-A297-34F0-82FB-30D62BB8BC7D}"/>
              </a:ext>
            </a:extLst>
          </p:cNvPr>
          <p:cNvGraphicFramePr/>
          <p:nvPr>
            <p:extLst>
              <p:ext uri="{D42A27DB-BD31-4B8C-83A1-F6EECF244321}">
                <p14:modId xmlns:p14="http://schemas.microsoft.com/office/powerpoint/2010/main" val="2226407975"/>
              </p:ext>
            </p:extLst>
          </p:nvPr>
        </p:nvGraphicFramePr>
        <p:xfrm>
          <a:off x="472375" y="2226238"/>
          <a:ext cx="9552737" cy="2514599"/>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17">
            <a:extLst>
              <a:ext uri="{FF2B5EF4-FFF2-40B4-BE49-F238E27FC236}">
                <a16:creationId xmlns:a16="http://schemas.microsoft.com/office/drawing/2014/main" id="{56688E73-49B9-4052-A836-D248C825D7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5B6AEE0C-07FE-4154-BC7C-2F20530BC5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pic>
        <p:nvPicPr>
          <p:cNvPr id="13" name="Picture 4" descr="Multi-coloured paper-craft art, this introduces the Profile section of our talk. Here we look at putting together a good profile, and we see that our Linked In profile is the CV that never sleeps!">
            <a:extLst>
              <a:ext uri="{FF2B5EF4-FFF2-40B4-BE49-F238E27FC236}">
                <a16:creationId xmlns:a16="http://schemas.microsoft.com/office/drawing/2014/main" id="{B4920B91-09E2-B099-B2E1-960806073E4B}"/>
              </a:ext>
            </a:extLst>
          </p:cNvPr>
          <p:cNvPicPr>
            <a:picLocks noChangeAspect="1"/>
          </p:cNvPicPr>
          <p:nvPr/>
        </p:nvPicPr>
        <p:blipFill rotWithShape="1">
          <a:blip r:embed="rId3">
            <a:alphaModFix amt="60000"/>
          </a:blip>
          <a:srcRect t="10893" b="4838"/>
          <a:stretch/>
        </p:blipFill>
        <p:spPr>
          <a:xfrm>
            <a:off x="-1" y="10"/>
            <a:ext cx="12192001" cy="6857990"/>
          </a:xfrm>
          <a:prstGeom prst="rect">
            <a:avLst/>
          </a:prstGeom>
        </p:spPr>
      </p:pic>
      <p:sp>
        <p:nvSpPr>
          <p:cNvPr id="2" name="Title 1">
            <a:extLst>
              <a:ext uri="{FF2B5EF4-FFF2-40B4-BE49-F238E27FC236}">
                <a16:creationId xmlns:a16="http://schemas.microsoft.com/office/drawing/2014/main" id="{88DC6057-3F26-CD36-03C4-31879EF2E2C1}"/>
              </a:ext>
            </a:extLst>
          </p:cNvPr>
          <p:cNvSpPr>
            <a:spLocks noGrp="1"/>
          </p:cNvSpPr>
          <p:nvPr>
            <p:ph type="title"/>
          </p:nvPr>
        </p:nvSpPr>
        <p:spPr>
          <a:xfrm>
            <a:off x="838199" y="557189"/>
            <a:ext cx="5155263" cy="5571899"/>
          </a:xfrm>
        </p:spPr>
        <p:txBody>
          <a:bodyPr>
            <a:normAutofit/>
          </a:bodyPr>
          <a:lstStyle/>
          <a:p>
            <a:r>
              <a:rPr lang="en-GB" sz="4000" b="1" dirty="0">
                <a:solidFill>
                  <a:srgbClr val="FFFFFF"/>
                </a:solidFill>
                <a:latin typeface="+mn-lt"/>
                <a:cs typeface="Arial"/>
              </a:rPr>
              <a:t>Let’s look at the profile!</a:t>
            </a:r>
          </a:p>
        </p:txBody>
      </p:sp>
      <p:sp>
        <p:nvSpPr>
          <p:cNvPr id="3" name="Content Placeholder 2">
            <a:extLst>
              <a:ext uri="{FF2B5EF4-FFF2-40B4-BE49-F238E27FC236}">
                <a16:creationId xmlns:a16="http://schemas.microsoft.com/office/drawing/2014/main" id="{A00EDA1A-AF48-12D6-74F7-C71974617674}"/>
              </a:ext>
            </a:extLst>
          </p:cNvPr>
          <p:cNvSpPr>
            <a:spLocks noGrp="1"/>
          </p:cNvSpPr>
          <p:nvPr>
            <p:ph idx="1"/>
          </p:nvPr>
        </p:nvSpPr>
        <p:spPr>
          <a:xfrm>
            <a:off x="6195375" y="557189"/>
            <a:ext cx="5158424" cy="5571899"/>
          </a:xfrm>
        </p:spPr>
        <p:txBody>
          <a:bodyPr vert="horz" lIns="91440" tIns="45720" rIns="91440" bIns="45720" rtlCol="0" anchor="ctr">
            <a:normAutofit/>
          </a:bodyPr>
          <a:lstStyle/>
          <a:p>
            <a:pPr marL="0" indent="0">
              <a:buNone/>
            </a:pPr>
            <a:r>
              <a:rPr lang="en-GB" sz="4000" b="1" dirty="0">
                <a:solidFill>
                  <a:srgbClr val="FFFFFF"/>
                </a:solidFill>
                <a:cs typeface="Calibri" panose="020F0502020204030204"/>
              </a:rPr>
              <a:t>The CV that never sleeps!</a:t>
            </a:r>
          </a:p>
        </p:txBody>
      </p:sp>
    </p:spTree>
    <p:extLst>
      <p:ext uri="{BB962C8B-B14F-4D97-AF65-F5344CB8AC3E}">
        <p14:creationId xmlns:p14="http://schemas.microsoft.com/office/powerpoint/2010/main" val="5277220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2">
            <a:extLst>
              <a:ext uri="{C183D7F6-B498-43B3-948B-1728B52AA6E4}">
                <adec:decorative xmlns:adec="http://schemas.microsoft.com/office/drawing/2017/decorative" val="1"/>
              </a:ext>
            </a:extLst>
          </p:cNvPr>
          <p:cNvGrpSpPr/>
          <p:nvPr/>
        </p:nvGrpSpPr>
        <p:grpSpPr>
          <a:xfrm>
            <a:off x="0" y="0"/>
            <a:ext cx="12192000" cy="1132558"/>
            <a:chOff x="0" y="0"/>
            <a:chExt cx="4816593" cy="447430"/>
          </a:xfrm>
        </p:grpSpPr>
        <p:sp>
          <p:nvSpPr>
            <p:cNvPr id="3" name="Freeform 3"/>
            <p:cNvSpPr/>
            <p:nvPr/>
          </p:nvSpPr>
          <p:spPr>
            <a:xfrm>
              <a:off x="0" y="0"/>
              <a:ext cx="4816592" cy="447430"/>
            </a:xfrm>
            <a:custGeom>
              <a:avLst/>
              <a:gdLst/>
              <a:ahLst/>
              <a:cxnLst/>
              <a:rect l="l" t="t" r="r" b="b"/>
              <a:pathLst>
                <a:path w="4816592" h="447430">
                  <a:moveTo>
                    <a:pt x="0" y="0"/>
                  </a:moveTo>
                  <a:lnTo>
                    <a:pt x="4816592" y="0"/>
                  </a:lnTo>
                  <a:lnTo>
                    <a:pt x="4816592" y="447430"/>
                  </a:lnTo>
                  <a:lnTo>
                    <a:pt x="0" y="447430"/>
                  </a:lnTo>
                  <a:close/>
                </a:path>
              </a:pathLst>
            </a:custGeom>
            <a:solidFill>
              <a:srgbClr val="FFCD00"/>
            </a:solidFill>
          </p:spPr>
          <p:txBody>
            <a:bodyPr/>
            <a:lstStyle/>
            <a:p>
              <a:endParaRPr lang="en-GB"/>
            </a:p>
          </p:txBody>
        </p:sp>
        <p:sp>
          <p:nvSpPr>
            <p:cNvPr id="4" name="TextBox 4"/>
            <p:cNvSpPr txBox="1"/>
            <p:nvPr/>
          </p:nvSpPr>
          <p:spPr>
            <a:xfrm>
              <a:off x="0" y="-47625"/>
              <a:ext cx="812800" cy="860425"/>
            </a:xfrm>
            <a:prstGeom prst="rect">
              <a:avLst/>
            </a:prstGeom>
          </p:spPr>
          <p:txBody>
            <a:bodyPr lIns="33867" tIns="33867" rIns="33867" bIns="33867" rtlCol="0" anchor="ctr"/>
            <a:lstStyle/>
            <a:p>
              <a:pPr algn="ctr" defTabSz="609630">
                <a:lnSpc>
                  <a:spcPts val="1773"/>
                </a:lnSpc>
              </a:pPr>
              <a:endParaRPr sz="1200">
                <a:solidFill>
                  <a:prstClr val="black"/>
                </a:solidFill>
                <a:latin typeface="Calibri"/>
              </a:endParaRPr>
            </a:p>
          </p:txBody>
        </p:sp>
      </p:grpSp>
      <p:sp>
        <p:nvSpPr>
          <p:cNvPr id="5" name="Freeform 5">
            <a:extLst>
              <a:ext uri="{C183D7F6-B498-43B3-948B-1728B52AA6E4}">
                <adec:decorative xmlns:adec="http://schemas.microsoft.com/office/drawing/2017/decorative" val="1"/>
              </a:ext>
            </a:extLst>
          </p:cNvPr>
          <p:cNvSpPr/>
          <p:nvPr/>
        </p:nvSpPr>
        <p:spPr>
          <a:xfrm>
            <a:off x="10541158" y="121084"/>
            <a:ext cx="1505150" cy="903090"/>
          </a:xfrm>
          <a:custGeom>
            <a:avLst/>
            <a:gdLst/>
            <a:ahLst/>
            <a:cxnLst/>
            <a:rect l="l" t="t" r="r" b="b"/>
            <a:pathLst>
              <a:path w="2257725" h="1354635">
                <a:moveTo>
                  <a:pt x="0" y="0"/>
                </a:moveTo>
                <a:lnTo>
                  <a:pt x="2257726" y="0"/>
                </a:lnTo>
                <a:lnTo>
                  <a:pt x="2257726" y="1354635"/>
                </a:lnTo>
                <a:lnTo>
                  <a:pt x="0" y="1354635"/>
                </a:lnTo>
                <a:lnTo>
                  <a:pt x="0" y="0"/>
                </a:lnTo>
                <a:close/>
              </a:path>
            </a:pathLst>
          </a:custGeom>
          <a:blipFill>
            <a:blip r:embed="rId3"/>
            <a:stretch>
              <a:fillRect/>
            </a:stretch>
          </a:blipFill>
        </p:spPr>
        <p:txBody>
          <a:bodyPr/>
          <a:lstStyle/>
          <a:p>
            <a:endParaRPr lang="en-GB"/>
          </a:p>
        </p:txBody>
      </p:sp>
      <p:sp>
        <p:nvSpPr>
          <p:cNvPr id="6" name="Freeform 6">
            <a:extLst>
              <a:ext uri="{C183D7F6-B498-43B3-948B-1728B52AA6E4}">
                <adec:decorative xmlns:adec="http://schemas.microsoft.com/office/drawing/2017/decorative" val="1"/>
              </a:ext>
            </a:extLst>
          </p:cNvPr>
          <p:cNvSpPr/>
          <p:nvPr/>
        </p:nvSpPr>
        <p:spPr>
          <a:xfrm>
            <a:off x="301635" y="192267"/>
            <a:ext cx="1886212" cy="721277"/>
          </a:xfrm>
          <a:custGeom>
            <a:avLst/>
            <a:gdLst/>
            <a:ahLst/>
            <a:cxnLst/>
            <a:rect l="l" t="t" r="r" b="b"/>
            <a:pathLst>
              <a:path w="2829318" h="1081916">
                <a:moveTo>
                  <a:pt x="0" y="0"/>
                </a:moveTo>
                <a:lnTo>
                  <a:pt x="2829319" y="0"/>
                </a:lnTo>
                <a:lnTo>
                  <a:pt x="2829319" y="1081916"/>
                </a:lnTo>
                <a:lnTo>
                  <a:pt x="0" y="1081916"/>
                </a:lnTo>
                <a:lnTo>
                  <a:pt x="0" y="0"/>
                </a:lnTo>
                <a:close/>
              </a:path>
            </a:pathLst>
          </a:custGeom>
          <a:blipFill>
            <a:blip r:embed="rId4"/>
            <a:stretch>
              <a:fillRect/>
            </a:stretch>
          </a:blipFill>
        </p:spPr>
        <p:txBody>
          <a:bodyPr/>
          <a:lstStyle/>
          <a:p>
            <a:endParaRPr lang="en-GB"/>
          </a:p>
        </p:txBody>
      </p:sp>
      <p:sp>
        <p:nvSpPr>
          <p:cNvPr id="7" name="AutoShape 7">
            <a:extLst>
              <a:ext uri="{C183D7F6-B498-43B3-948B-1728B52AA6E4}">
                <adec:decorative xmlns:adec="http://schemas.microsoft.com/office/drawing/2017/decorative" val="1"/>
              </a:ext>
            </a:extLst>
          </p:cNvPr>
          <p:cNvSpPr/>
          <p:nvPr/>
        </p:nvSpPr>
        <p:spPr>
          <a:xfrm flipV="1">
            <a:off x="10407573" y="217679"/>
            <a:ext cx="0" cy="697201"/>
          </a:xfrm>
          <a:prstGeom prst="line">
            <a:avLst/>
          </a:prstGeom>
          <a:ln w="76200" cap="flat">
            <a:solidFill>
              <a:srgbClr val="000000"/>
            </a:solidFill>
            <a:prstDash val="solid"/>
            <a:headEnd type="none" w="sm" len="sm"/>
            <a:tailEnd type="none" w="sm" len="sm"/>
          </a:ln>
        </p:spPr>
        <p:txBody>
          <a:bodyPr/>
          <a:lstStyle/>
          <a:p>
            <a:endParaRPr lang="en-GB"/>
          </a:p>
        </p:txBody>
      </p:sp>
      <p:sp>
        <p:nvSpPr>
          <p:cNvPr id="8" name="TextBox 8"/>
          <p:cNvSpPr txBox="1">
            <a:spLocks noGrp="1"/>
          </p:cNvSpPr>
          <p:nvPr>
            <p:ph type="title" idx="4294967295"/>
          </p:nvPr>
        </p:nvSpPr>
        <p:spPr>
          <a:xfrm>
            <a:off x="1" y="1389592"/>
            <a:ext cx="9553575" cy="827919"/>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ts val="7150"/>
              </a:lnSpc>
              <a:spcBef>
                <a:spcPts val="0"/>
              </a:spcBef>
              <a:defRPr/>
            </a:pPr>
            <a:r>
              <a:rPr lang="en-US" sz="4000" b="1" dirty="0">
                <a:solidFill>
                  <a:srgbClr val="000000"/>
                </a:solidFill>
                <a:ea typeface="+mn-ea"/>
                <a:cs typeface="+mn-cs"/>
              </a:rPr>
              <a:t>The profile</a:t>
            </a:r>
          </a:p>
        </p:txBody>
      </p:sp>
      <p:sp>
        <p:nvSpPr>
          <p:cNvPr id="9" name="Freeform 9">
            <a:extLst>
              <a:ext uri="{C183D7F6-B498-43B3-948B-1728B52AA6E4}">
                <adec:decorative xmlns:adec="http://schemas.microsoft.com/office/drawing/2017/decorative" val="1"/>
              </a:ext>
            </a:extLst>
          </p:cNvPr>
          <p:cNvSpPr/>
          <p:nvPr/>
        </p:nvSpPr>
        <p:spPr>
          <a:xfrm rot="-1180910">
            <a:off x="10775186" y="3992812"/>
            <a:ext cx="1285839" cy="1285839"/>
          </a:xfrm>
          <a:custGeom>
            <a:avLst/>
            <a:gdLst/>
            <a:ahLst/>
            <a:cxnLst/>
            <a:rect l="l" t="t" r="r" b="b"/>
            <a:pathLst>
              <a:path w="1928759" h="1928759">
                <a:moveTo>
                  <a:pt x="0" y="0"/>
                </a:moveTo>
                <a:lnTo>
                  <a:pt x="1928759" y="0"/>
                </a:lnTo>
                <a:lnTo>
                  <a:pt x="1928759" y="1928759"/>
                </a:lnTo>
                <a:lnTo>
                  <a:pt x="0" y="1928759"/>
                </a:lnTo>
                <a:lnTo>
                  <a:pt x="0" y="0"/>
                </a:lnTo>
                <a:close/>
              </a:path>
            </a:pathLst>
          </a:custGeom>
          <a:blipFill>
            <a:blip r:embed="rId5"/>
            <a:stretch>
              <a:fillRect/>
            </a:stretch>
          </a:blipFill>
        </p:spPr>
        <p:txBody>
          <a:bodyPr/>
          <a:lstStyle/>
          <a:p>
            <a:endParaRPr lang="en-GB"/>
          </a:p>
        </p:txBody>
      </p:sp>
      <p:sp>
        <p:nvSpPr>
          <p:cNvPr id="10" name="Freeform 10">
            <a:extLst>
              <a:ext uri="{C183D7F6-B498-43B3-948B-1728B52AA6E4}">
                <adec:decorative xmlns:adec="http://schemas.microsoft.com/office/drawing/2017/decorative" val="1"/>
              </a:ext>
            </a:extLst>
          </p:cNvPr>
          <p:cNvSpPr/>
          <p:nvPr/>
        </p:nvSpPr>
        <p:spPr>
          <a:xfrm rot="-1206365">
            <a:off x="10608643" y="5427095"/>
            <a:ext cx="1287195" cy="1287195"/>
          </a:xfrm>
          <a:custGeom>
            <a:avLst/>
            <a:gdLst/>
            <a:ahLst/>
            <a:cxnLst/>
            <a:rect l="l" t="t" r="r" b="b"/>
            <a:pathLst>
              <a:path w="1930792" h="1930792">
                <a:moveTo>
                  <a:pt x="0" y="0"/>
                </a:moveTo>
                <a:lnTo>
                  <a:pt x="1930792" y="0"/>
                </a:lnTo>
                <a:lnTo>
                  <a:pt x="1930792" y="1930792"/>
                </a:lnTo>
                <a:lnTo>
                  <a:pt x="0" y="1930792"/>
                </a:lnTo>
                <a:lnTo>
                  <a:pt x="0" y="0"/>
                </a:lnTo>
                <a:close/>
              </a:path>
            </a:pathLst>
          </a:custGeom>
          <a:blipFill>
            <a:blip r:embed="rId6"/>
            <a:stretch>
              <a:fillRect/>
            </a:stretch>
          </a:blipFill>
        </p:spPr>
        <p:txBody>
          <a:bodyPr/>
          <a:lstStyle/>
          <a:p>
            <a:endParaRPr lang="en-GB"/>
          </a:p>
        </p:txBody>
      </p:sp>
      <p:sp>
        <p:nvSpPr>
          <p:cNvPr id="12" name="Lightning Bolt 11">
            <a:extLst>
              <a:ext uri="{FF2B5EF4-FFF2-40B4-BE49-F238E27FC236}">
                <a16:creationId xmlns:a16="http://schemas.microsoft.com/office/drawing/2014/main" id="{B9B81D99-8E54-CA02-D461-DCAE80A50276}"/>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en-GB" sz="1200">
              <a:solidFill>
                <a:prstClr val="white"/>
              </a:solidFill>
              <a:latin typeface="Calibri"/>
            </a:endParaRPr>
          </a:p>
        </p:txBody>
      </p:sp>
      <p:sp>
        <p:nvSpPr>
          <p:cNvPr id="13" name="Lightning Bolt 12">
            <a:extLst>
              <a:ext uri="{FF2B5EF4-FFF2-40B4-BE49-F238E27FC236}">
                <a16:creationId xmlns:a16="http://schemas.microsoft.com/office/drawing/2014/main" id="{586944FC-5BA3-4940-CD36-2D44A7E376DC}"/>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en-GB" sz="1200">
              <a:solidFill>
                <a:prstClr val="white"/>
              </a:solidFill>
              <a:latin typeface="Calibri"/>
            </a:endParaRPr>
          </a:p>
        </p:txBody>
      </p:sp>
      <p:sp>
        <p:nvSpPr>
          <p:cNvPr id="14" name="Lightning Bolt 13">
            <a:extLst>
              <a:ext uri="{FF2B5EF4-FFF2-40B4-BE49-F238E27FC236}">
                <a16:creationId xmlns:a16="http://schemas.microsoft.com/office/drawing/2014/main" id="{33A84611-0562-819A-943B-E598763E05FF}"/>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en-GB" sz="1200">
              <a:solidFill>
                <a:prstClr val="white"/>
              </a:solidFill>
              <a:latin typeface="Calibri"/>
            </a:endParaRPr>
          </a:p>
        </p:txBody>
      </p:sp>
      <p:sp>
        <p:nvSpPr>
          <p:cNvPr id="15" name="Lightning Bolt 14">
            <a:extLst>
              <a:ext uri="{FF2B5EF4-FFF2-40B4-BE49-F238E27FC236}">
                <a16:creationId xmlns:a16="http://schemas.microsoft.com/office/drawing/2014/main" id="{29236A5E-28C8-FBB6-5CBB-38ACD3087C78}"/>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en-GB" sz="1200">
              <a:solidFill>
                <a:prstClr val="white"/>
              </a:solidFill>
              <a:latin typeface="Calibri"/>
            </a:endParaRPr>
          </a:p>
        </p:txBody>
      </p:sp>
      <p:sp>
        <p:nvSpPr>
          <p:cNvPr id="16" name="Lightning Bolt 15">
            <a:extLst>
              <a:ext uri="{FF2B5EF4-FFF2-40B4-BE49-F238E27FC236}">
                <a16:creationId xmlns:a16="http://schemas.microsoft.com/office/drawing/2014/main" id="{DA9630B8-D7B3-882C-D074-20EB49715A44}"/>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en-GB" sz="1200">
              <a:solidFill>
                <a:prstClr val="white"/>
              </a:solidFill>
              <a:latin typeface="Calibri"/>
            </a:endParaRPr>
          </a:p>
        </p:txBody>
      </p:sp>
      <p:sp>
        <p:nvSpPr>
          <p:cNvPr id="17" name="Lightning Bolt 16">
            <a:extLst>
              <a:ext uri="{FF2B5EF4-FFF2-40B4-BE49-F238E27FC236}">
                <a16:creationId xmlns:a16="http://schemas.microsoft.com/office/drawing/2014/main" id="{1BE41B55-86E6-B3DC-C0AF-E7180BC848A4}"/>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en-GB" sz="1200">
              <a:solidFill>
                <a:prstClr val="white"/>
              </a:solidFill>
              <a:latin typeface="Calibri"/>
            </a:endParaRPr>
          </a:p>
        </p:txBody>
      </p:sp>
      <p:sp>
        <p:nvSpPr>
          <p:cNvPr id="18" name="Lightning Bolt 17">
            <a:extLst>
              <a:ext uri="{FF2B5EF4-FFF2-40B4-BE49-F238E27FC236}">
                <a16:creationId xmlns:a16="http://schemas.microsoft.com/office/drawing/2014/main" id="{02811C24-D0D9-1BC8-B16F-F7B8DE9A5FB8}"/>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en-GB" sz="1200">
              <a:solidFill>
                <a:prstClr val="white"/>
              </a:solidFill>
              <a:latin typeface="Calibri"/>
            </a:endParaRPr>
          </a:p>
        </p:txBody>
      </p:sp>
      <p:sp>
        <p:nvSpPr>
          <p:cNvPr id="19" name="Lightning Bolt 18">
            <a:extLst>
              <a:ext uri="{FF2B5EF4-FFF2-40B4-BE49-F238E27FC236}">
                <a16:creationId xmlns:a16="http://schemas.microsoft.com/office/drawing/2014/main" id="{5B22D6F6-DD9D-AFC1-A052-8927F2A3630A}"/>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en-GB" sz="1200">
              <a:solidFill>
                <a:prstClr val="white"/>
              </a:solidFill>
              <a:latin typeface="Calibri"/>
            </a:endParaRPr>
          </a:p>
        </p:txBody>
      </p:sp>
      <p:graphicFrame>
        <p:nvGraphicFramePr>
          <p:cNvPr id="21" name="TextBox 11">
            <a:extLst>
              <a:ext uri="{FF2B5EF4-FFF2-40B4-BE49-F238E27FC236}">
                <a16:creationId xmlns:a16="http://schemas.microsoft.com/office/drawing/2014/main" id="{E65BADF9-999E-3EB2-F24D-64A6BEF723F7}"/>
              </a:ext>
            </a:extLst>
          </p:cNvPr>
          <p:cNvGraphicFramePr/>
          <p:nvPr>
            <p:extLst>
              <p:ext uri="{D42A27DB-BD31-4B8C-83A1-F6EECF244321}">
                <p14:modId xmlns:p14="http://schemas.microsoft.com/office/powerpoint/2010/main" val="1304034676"/>
              </p:ext>
            </p:extLst>
          </p:nvPr>
        </p:nvGraphicFramePr>
        <p:xfrm>
          <a:off x="472375" y="2226238"/>
          <a:ext cx="9552737" cy="419422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sz="3840" b="1" dirty="0"/>
            </a:br>
            <a:br>
              <a:rPr lang="en-GB" sz="3840" b="1" dirty="0"/>
            </a:br>
            <a:r>
              <a:rPr lang="en-GB" sz="4400" b="1" dirty="0">
                <a:latin typeface="+mn-lt"/>
              </a:rPr>
              <a:t>The Photo- Why they don’t work</a:t>
            </a:r>
          </a:p>
        </p:txBody>
      </p:sp>
      <p:pic>
        <p:nvPicPr>
          <p:cNvPr id="5" name="Content Placeholder 4"/>
          <p:cNvPicPr>
            <a:picLocks noGrp="1" noChangeAspect="1"/>
          </p:cNvPicPr>
          <p:nvPr>
            <p:ph sz="half" idx="1"/>
          </p:nvPr>
        </p:nvPicPr>
        <p:blipFill>
          <a:blip r:embed="rId4" cstate="print">
            <a:extLst>
              <a:ext uri="{28A0092B-C50C-407E-A947-70E740481C1C}">
                <a14:useLocalDpi xmlns:a14="http://schemas.microsoft.com/office/drawing/2010/main" val="0"/>
              </a:ext>
            </a:extLst>
          </a:blip>
          <a:stretch>
            <a:fillRect/>
          </a:stretch>
        </p:blipFill>
        <p:spPr>
          <a:xfrm>
            <a:off x="8948583" y="2125268"/>
            <a:ext cx="1507511" cy="2010016"/>
          </a:xfrm>
        </p:spPr>
      </p:pic>
      <p:pic>
        <p:nvPicPr>
          <p:cNvPr id="6" name="Content Placeholder 5"/>
          <p:cNvPicPr>
            <a:picLocks noGrp="1" noChangeAspect="1"/>
          </p:cNvPicPr>
          <p:nvPr>
            <p:ph sz="half" idx="2"/>
          </p:nvPr>
        </p:nvPicPr>
        <p:blipFill>
          <a:blip r:embed="rId5" cstate="print">
            <a:extLst>
              <a:ext uri="{28A0092B-C50C-407E-A947-70E740481C1C}">
                <a14:useLocalDpi xmlns:a14="http://schemas.microsoft.com/office/drawing/2010/main" val="0"/>
              </a:ext>
            </a:extLst>
          </a:blip>
          <a:stretch>
            <a:fillRect/>
          </a:stretch>
        </p:blipFill>
        <p:spPr>
          <a:xfrm>
            <a:off x="3914523" y="2125268"/>
            <a:ext cx="1487543" cy="1983390"/>
          </a:xfrm>
        </p:spPr>
      </p:pic>
      <p:pic>
        <p:nvPicPr>
          <p:cNvPr id="8" name="Picture 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39421" y="2125268"/>
            <a:ext cx="1344883" cy="2010016"/>
          </a:xfrm>
          <a:prstGeom prst="rect">
            <a:avLst/>
          </a:prstGeom>
        </p:spPr>
      </p:pic>
      <p:pic>
        <p:nvPicPr>
          <p:cNvPr id="9" name="Picture 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512083" y="2158558"/>
            <a:ext cx="1321096" cy="1976725"/>
          </a:xfrm>
          <a:prstGeom prst="rect">
            <a:avLst/>
          </a:prstGeom>
        </p:spPr>
      </p:pic>
      <p:pic>
        <p:nvPicPr>
          <p:cNvPr id="10" name="Picture 9"/>
          <p:cNvPicPr>
            <a:picLocks noChangeAspect="1"/>
          </p:cNvPicPr>
          <p:nvPr/>
        </p:nvPicPr>
        <p:blipFill rotWithShape="1">
          <a:blip r:embed="rId8" cstate="print">
            <a:extLst>
              <a:ext uri="{28A0092B-C50C-407E-A947-70E740481C1C}">
                <a14:useLocalDpi xmlns:a14="http://schemas.microsoft.com/office/drawing/2010/main" val="0"/>
              </a:ext>
            </a:extLst>
          </a:blip>
          <a:srcRect t="8425"/>
          <a:stretch/>
        </p:blipFill>
        <p:spPr>
          <a:xfrm>
            <a:off x="2152651" y="2125266"/>
            <a:ext cx="1403660" cy="1988728"/>
          </a:xfrm>
          <a:prstGeom prst="rect">
            <a:avLst/>
          </a:prstGeom>
        </p:spPr>
      </p:pic>
      <p:sp>
        <p:nvSpPr>
          <p:cNvPr id="3" name="TextBox 2"/>
          <p:cNvSpPr txBox="1"/>
          <p:nvPr/>
        </p:nvSpPr>
        <p:spPr>
          <a:xfrm>
            <a:off x="2104010" y="4348309"/>
            <a:ext cx="1810512" cy="830997"/>
          </a:xfrm>
          <a:prstGeom prst="rect">
            <a:avLst/>
          </a:prstGeom>
          <a:noFill/>
        </p:spPr>
        <p:txBody>
          <a:bodyPr wrap="square" rtlCol="0">
            <a:spAutoFit/>
          </a:bodyPr>
          <a:lstStyle/>
          <a:p>
            <a:pPr marL="0" marR="0" lvl="0" indent="0" algn="l" defTabSz="1097280" rtl="0" eaLnBrk="0" fontAlgn="base" latinLnBrk="0" hangingPunct="0">
              <a:lnSpc>
                <a:spcPct val="100000"/>
              </a:lnSpc>
              <a:spcBef>
                <a:spcPct val="0"/>
              </a:spcBef>
              <a:spcAft>
                <a:spcPct val="0"/>
              </a:spcAft>
              <a:buClrTx/>
              <a:buSzTx/>
              <a:buFontTx/>
              <a:buNone/>
              <a:tabLst/>
              <a:defRPr/>
            </a:pPr>
            <a:r>
              <a:rPr kumimoji="0" lang="en-GB" sz="1600" b="0" i="0" u="none" strike="noStrike" kern="1200" cap="none" spc="0" normalizeH="0" baseline="0" noProof="0" dirty="0">
                <a:ln>
                  <a:noFill/>
                </a:ln>
                <a:solidFill>
                  <a:prstClr val="black"/>
                </a:solidFill>
                <a:effectLst/>
                <a:uLnTx/>
                <a:uFillTx/>
                <a:ea typeface="MS PGothic" panose="020B0600070205080204" pitchFamily="34" charset="-128"/>
                <a:cs typeface="+mn-cs"/>
              </a:rPr>
              <a:t>Mr Moody – no amateur model poses</a:t>
            </a:r>
          </a:p>
        </p:txBody>
      </p:sp>
      <p:sp>
        <p:nvSpPr>
          <p:cNvPr id="4" name="TextBox 3"/>
          <p:cNvSpPr txBox="1"/>
          <p:nvPr/>
        </p:nvSpPr>
        <p:spPr>
          <a:xfrm>
            <a:off x="3914523" y="4384884"/>
            <a:ext cx="1340230" cy="584775"/>
          </a:xfrm>
          <a:prstGeom prst="rect">
            <a:avLst/>
          </a:prstGeom>
          <a:noFill/>
        </p:spPr>
        <p:txBody>
          <a:bodyPr wrap="square" rtlCol="0">
            <a:spAutoFit/>
          </a:bodyPr>
          <a:lstStyle/>
          <a:p>
            <a:pPr marL="0" marR="0" lvl="0" indent="0" algn="l" defTabSz="1097280" rtl="0" eaLnBrk="0" fontAlgn="base" latinLnBrk="0" hangingPunct="0">
              <a:lnSpc>
                <a:spcPct val="100000"/>
              </a:lnSpc>
              <a:spcBef>
                <a:spcPct val="0"/>
              </a:spcBef>
              <a:spcAft>
                <a:spcPct val="0"/>
              </a:spcAft>
              <a:buClrTx/>
              <a:buSzTx/>
              <a:buFontTx/>
              <a:buNone/>
              <a:tabLst/>
              <a:defRPr/>
            </a:pPr>
            <a:r>
              <a:rPr kumimoji="0" lang="en-GB" sz="1600" b="0" i="0" u="none" strike="noStrike" kern="1200" cap="none" spc="0" normalizeH="0" baseline="0" noProof="0" dirty="0">
                <a:ln>
                  <a:noFill/>
                </a:ln>
                <a:solidFill>
                  <a:prstClr val="black"/>
                </a:solidFill>
                <a:effectLst/>
                <a:uLnTx/>
                <a:uFillTx/>
                <a:ea typeface="MS PGothic" panose="020B0600070205080204" pitchFamily="34" charset="-128"/>
                <a:cs typeface="+mn-cs"/>
              </a:rPr>
              <a:t>Person too small</a:t>
            </a:r>
          </a:p>
        </p:txBody>
      </p:sp>
      <p:sp>
        <p:nvSpPr>
          <p:cNvPr id="12" name="TextBox 11"/>
          <p:cNvSpPr txBox="1"/>
          <p:nvPr/>
        </p:nvSpPr>
        <p:spPr>
          <a:xfrm>
            <a:off x="7590264" y="4364644"/>
            <a:ext cx="1289578" cy="1323439"/>
          </a:xfrm>
          <a:prstGeom prst="rect">
            <a:avLst/>
          </a:prstGeom>
          <a:noFill/>
        </p:spPr>
        <p:txBody>
          <a:bodyPr wrap="square" rtlCol="0">
            <a:spAutoFit/>
          </a:bodyPr>
          <a:lstStyle/>
          <a:p>
            <a:pPr marL="0" marR="0" lvl="0" indent="0" algn="l" defTabSz="1097280" rtl="0" eaLnBrk="0" fontAlgn="base" latinLnBrk="0" hangingPunct="0">
              <a:lnSpc>
                <a:spcPct val="100000"/>
              </a:lnSpc>
              <a:spcBef>
                <a:spcPct val="0"/>
              </a:spcBef>
              <a:spcAft>
                <a:spcPct val="0"/>
              </a:spcAft>
              <a:buClrTx/>
              <a:buSzTx/>
              <a:buFontTx/>
              <a:buNone/>
              <a:tabLst/>
              <a:defRPr/>
            </a:pPr>
            <a:r>
              <a:rPr kumimoji="0" lang="en-GB" sz="1600" b="0" i="0" u="none" strike="noStrike" kern="1200" cap="none" spc="0" normalizeH="0" baseline="0" noProof="0" dirty="0">
                <a:ln>
                  <a:noFill/>
                </a:ln>
                <a:solidFill>
                  <a:prstClr val="black"/>
                </a:solidFill>
                <a:effectLst/>
                <a:uLnTx/>
                <a:uFillTx/>
                <a:ea typeface="MS PGothic" panose="020B0600070205080204" pitchFamily="34" charset="-128"/>
                <a:cs typeface="+mn-cs"/>
              </a:rPr>
              <a:t>Which person is it? Just one person in shot </a:t>
            </a:r>
          </a:p>
        </p:txBody>
      </p:sp>
      <p:sp>
        <p:nvSpPr>
          <p:cNvPr id="27" name="TextBox 26"/>
          <p:cNvSpPr txBox="1"/>
          <p:nvPr/>
        </p:nvSpPr>
        <p:spPr>
          <a:xfrm>
            <a:off x="6096000" y="4384884"/>
            <a:ext cx="1088136" cy="584775"/>
          </a:xfrm>
          <a:prstGeom prst="rect">
            <a:avLst/>
          </a:prstGeom>
          <a:noFill/>
        </p:spPr>
        <p:txBody>
          <a:bodyPr wrap="square" rtlCol="0">
            <a:spAutoFit/>
          </a:bodyPr>
          <a:lstStyle/>
          <a:p>
            <a:pPr marL="0" marR="0" lvl="0" indent="0" algn="l" defTabSz="1097280" rtl="0" eaLnBrk="0" fontAlgn="base" latinLnBrk="0" hangingPunct="0">
              <a:lnSpc>
                <a:spcPct val="100000"/>
              </a:lnSpc>
              <a:spcBef>
                <a:spcPct val="0"/>
              </a:spcBef>
              <a:spcAft>
                <a:spcPct val="0"/>
              </a:spcAft>
              <a:buClrTx/>
              <a:buSzTx/>
              <a:buFontTx/>
              <a:buNone/>
              <a:tabLst/>
              <a:defRPr/>
            </a:pPr>
            <a:r>
              <a:rPr kumimoji="0" lang="en-GB" sz="1600" b="0" i="0" u="none" strike="noStrike" kern="1200" cap="none" spc="0" normalizeH="0" baseline="0" noProof="0" dirty="0">
                <a:ln>
                  <a:noFill/>
                </a:ln>
                <a:solidFill>
                  <a:prstClr val="black"/>
                </a:solidFill>
                <a:effectLst/>
                <a:uLnTx/>
                <a:uFillTx/>
                <a:ea typeface="MS PGothic" panose="020B0600070205080204" pitchFamily="34" charset="-128"/>
                <a:cs typeface="+mn-cs"/>
              </a:rPr>
              <a:t>Very casual </a:t>
            </a:r>
          </a:p>
        </p:txBody>
      </p:sp>
      <p:sp>
        <p:nvSpPr>
          <p:cNvPr id="32" name="TextBox 31"/>
          <p:cNvSpPr txBox="1"/>
          <p:nvPr/>
        </p:nvSpPr>
        <p:spPr>
          <a:xfrm>
            <a:off x="9159241" y="4292967"/>
            <a:ext cx="1296853" cy="1077218"/>
          </a:xfrm>
          <a:prstGeom prst="rect">
            <a:avLst/>
          </a:prstGeom>
          <a:noFill/>
        </p:spPr>
        <p:txBody>
          <a:bodyPr wrap="square" rtlCol="0">
            <a:spAutoFit/>
          </a:bodyPr>
          <a:lstStyle/>
          <a:p>
            <a:pPr marL="0" marR="0" lvl="0" indent="0" algn="l" defTabSz="1097280" rtl="0" eaLnBrk="0" fontAlgn="base" latinLnBrk="0" hangingPunct="0">
              <a:lnSpc>
                <a:spcPct val="100000"/>
              </a:lnSpc>
              <a:spcBef>
                <a:spcPct val="0"/>
              </a:spcBef>
              <a:spcAft>
                <a:spcPct val="0"/>
              </a:spcAft>
              <a:buClrTx/>
              <a:buSzTx/>
              <a:buFontTx/>
              <a:buNone/>
              <a:tabLst/>
              <a:defRPr/>
            </a:pPr>
            <a:r>
              <a:rPr kumimoji="0" lang="en-GB" sz="1600" b="0" i="0" u="none" strike="noStrike" kern="1200" cap="none" spc="0" normalizeH="0" baseline="0" noProof="0" dirty="0">
                <a:ln>
                  <a:noFill/>
                </a:ln>
                <a:solidFill>
                  <a:prstClr val="black"/>
                </a:solidFill>
                <a:effectLst/>
                <a:uLnTx/>
                <a:uFillTx/>
                <a:ea typeface="MS PGothic" panose="020B0600070205080204" pitchFamily="34" charset="-128"/>
                <a:cs typeface="+mn-cs"/>
              </a:rPr>
              <a:t>Hidden behind dark glasses and a holiday shot </a:t>
            </a:r>
          </a:p>
        </p:txBody>
      </p:sp>
    </p:spTree>
    <p:extLst>
      <p:ext uri="{BB962C8B-B14F-4D97-AF65-F5344CB8AC3E}">
        <p14:creationId xmlns:p14="http://schemas.microsoft.com/office/powerpoint/2010/main" val="98931629"/>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2">
            <a:extLst>
              <a:ext uri="{C183D7F6-B498-43B3-948B-1728B52AA6E4}">
                <adec:decorative xmlns:adec="http://schemas.microsoft.com/office/drawing/2017/decorative" val="1"/>
              </a:ext>
            </a:extLst>
          </p:cNvPr>
          <p:cNvGrpSpPr/>
          <p:nvPr/>
        </p:nvGrpSpPr>
        <p:grpSpPr>
          <a:xfrm>
            <a:off x="0" y="0"/>
            <a:ext cx="12192000" cy="1132558"/>
            <a:chOff x="0" y="0"/>
            <a:chExt cx="4816593" cy="447430"/>
          </a:xfrm>
        </p:grpSpPr>
        <p:sp>
          <p:nvSpPr>
            <p:cNvPr id="3" name="Freeform 3"/>
            <p:cNvSpPr/>
            <p:nvPr/>
          </p:nvSpPr>
          <p:spPr>
            <a:xfrm>
              <a:off x="0" y="0"/>
              <a:ext cx="4816592" cy="447430"/>
            </a:xfrm>
            <a:custGeom>
              <a:avLst/>
              <a:gdLst/>
              <a:ahLst/>
              <a:cxnLst/>
              <a:rect l="l" t="t" r="r" b="b"/>
              <a:pathLst>
                <a:path w="4816592" h="447430">
                  <a:moveTo>
                    <a:pt x="0" y="0"/>
                  </a:moveTo>
                  <a:lnTo>
                    <a:pt x="4816592" y="0"/>
                  </a:lnTo>
                  <a:lnTo>
                    <a:pt x="4816592" y="447430"/>
                  </a:lnTo>
                  <a:lnTo>
                    <a:pt x="0" y="447430"/>
                  </a:lnTo>
                  <a:close/>
                </a:path>
              </a:pathLst>
            </a:custGeom>
            <a:solidFill>
              <a:srgbClr val="FFCD00"/>
            </a:solidFill>
          </p:spPr>
          <p:txBody>
            <a:bodyPr/>
            <a:lstStyle/>
            <a:p>
              <a:endParaRPr lang="en-GB"/>
            </a:p>
          </p:txBody>
        </p:sp>
        <p:sp>
          <p:nvSpPr>
            <p:cNvPr id="4" name="TextBox 4"/>
            <p:cNvSpPr txBox="1"/>
            <p:nvPr/>
          </p:nvSpPr>
          <p:spPr>
            <a:xfrm>
              <a:off x="0" y="-47625"/>
              <a:ext cx="812800" cy="860425"/>
            </a:xfrm>
            <a:prstGeom prst="rect">
              <a:avLst/>
            </a:prstGeom>
          </p:spPr>
          <p:txBody>
            <a:bodyPr lIns="33867" tIns="33867" rIns="33867" bIns="33867" rtlCol="0" anchor="ctr"/>
            <a:lstStyle/>
            <a:p>
              <a:pPr algn="ctr" defTabSz="609630">
                <a:lnSpc>
                  <a:spcPts val="1773"/>
                </a:lnSpc>
              </a:pPr>
              <a:endParaRPr sz="1200">
                <a:solidFill>
                  <a:prstClr val="black"/>
                </a:solidFill>
                <a:latin typeface="Calibri"/>
              </a:endParaRPr>
            </a:p>
          </p:txBody>
        </p:sp>
      </p:grpSp>
      <p:sp>
        <p:nvSpPr>
          <p:cNvPr id="5" name="Freeform 5">
            <a:extLst>
              <a:ext uri="{C183D7F6-B498-43B3-948B-1728B52AA6E4}">
                <adec:decorative xmlns:adec="http://schemas.microsoft.com/office/drawing/2017/decorative" val="1"/>
              </a:ext>
            </a:extLst>
          </p:cNvPr>
          <p:cNvSpPr/>
          <p:nvPr/>
        </p:nvSpPr>
        <p:spPr>
          <a:xfrm>
            <a:off x="10541158" y="121084"/>
            <a:ext cx="1505150" cy="903090"/>
          </a:xfrm>
          <a:custGeom>
            <a:avLst/>
            <a:gdLst/>
            <a:ahLst/>
            <a:cxnLst/>
            <a:rect l="l" t="t" r="r" b="b"/>
            <a:pathLst>
              <a:path w="2257725" h="1354635">
                <a:moveTo>
                  <a:pt x="0" y="0"/>
                </a:moveTo>
                <a:lnTo>
                  <a:pt x="2257726" y="0"/>
                </a:lnTo>
                <a:lnTo>
                  <a:pt x="2257726" y="1354635"/>
                </a:lnTo>
                <a:lnTo>
                  <a:pt x="0" y="1354635"/>
                </a:lnTo>
                <a:lnTo>
                  <a:pt x="0" y="0"/>
                </a:lnTo>
                <a:close/>
              </a:path>
            </a:pathLst>
          </a:custGeom>
          <a:blipFill>
            <a:blip r:embed="rId3"/>
            <a:stretch>
              <a:fillRect/>
            </a:stretch>
          </a:blipFill>
        </p:spPr>
        <p:txBody>
          <a:bodyPr/>
          <a:lstStyle/>
          <a:p>
            <a:endParaRPr lang="en-GB"/>
          </a:p>
        </p:txBody>
      </p:sp>
      <p:sp>
        <p:nvSpPr>
          <p:cNvPr id="6" name="Freeform 6">
            <a:extLst>
              <a:ext uri="{C183D7F6-B498-43B3-948B-1728B52AA6E4}">
                <adec:decorative xmlns:adec="http://schemas.microsoft.com/office/drawing/2017/decorative" val="1"/>
              </a:ext>
            </a:extLst>
          </p:cNvPr>
          <p:cNvSpPr/>
          <p:nvPr/>
        </p:nvSpPr>
        <p:spPr>
          <a:xfrm>
            <a:off x="301635" y="192267"/>
            <a:ext cx="1886212" cy="721277"/>
          </a:xfrm>
          <a:custGeom>
            <a:avLst/>
            <a:gdLst/>
            <a:ahLst/>
            <a:cxnLst/>
            <a:rect l="l" t="t" r="r" b="b"/>
            <a:pathLst>
              <a:path w="2829318" h="1081916">
                <a:moveTo>
                  <a:pt x="0" y="0"/>
                </a:moveTo>
                <a:lnTo>
                  <a:pt x="2829319" y="0"/>
                </a:lnTo>
                <a:lnTo>
                  <a:pt x="2829319" y="1081916"/>
                </a:lnTo>
                <a:lnTo>
                  <a:pt x="0" y="1081916"/>
                </a:lnTo>
                <a:lnTo>
                  <a:pt x="0" y="0"/>
                </a:lnTo>
                <a:close/>
              </a:path>
            </a:pathLst>
          </a:custGeom>
          <a:blipFill>
            <a:blip r:embed="rId4"/>
            <a:stretch>
              <a:fillRect/>
            </a:stretch>
          </a:blipFill>
        </p:spPr>
        <p:txBody>
          <a:bodyPr/>
          <a:lstStyle/>
          <a:p>
            <a:endParaRPr lang="en-GB"/>
          </a:p>
        </p:txBody>
      </p:sp>
      <p:sp>
        <p:nvSpPr>
          <p:cNvPr id="7" name="AutoShape 7">
            <a:extLst>
              <a:ext uri="{C183D7F6-B498-43B3-948B-1728B52AA6E4}">
                <adec:decorative xmlns:adec="http://schemas.microsoft.com/office/drawing/2017/decorative" val="1"/>
              </a:ext>
            </a:extLst>
          </p:cNvPr>
          <p:cNvSpPr/>
          <p:nvPr/>
        </p:nvSpPr>
        <p:spPr>
          <a:xfrm flipV="1">
            <a:off x="10407573" y="217679"/>
            <a:ext cx="0" cy="697201"/>
          </a:xfrm>
          <a:prstGeom prst="line">
            <a:avLst/>
          </a:prstGeom>
          <a:ln w="76200" cap="flat">
            <a:solidFill>
              <a:srgbClr val="000000"/>
            </a:solidFill>
            <a:prstDash val="solid"/>
            <a:headEnd type="none" w="sm" len="sm"/>
            <a:tailEnd type="none" w="sm" len="sm"/>
          </a:ln>
        </p:spPr>
        <p:txBody>
          <a:bodyPr/>
          <a:lstStyle/>
          <a:p>
            <a:endParaRPr lang="en-GB"/>
          </a:p>
        </p:txBody>
      </p:sp>
      <p:sp>
        <p:nvSpPr>
          <p:cNvPr id="8" name="TextBox 8"/>
          <p:cNvSpPr txBox="1">
            <a:spLocks noGrp="1"/>
          </p:cNvSpPr>
          <p:nvPr>
            <p:ph type="title" idx="4294967295"/>
          </p:nvPr>
        </p:nvSpPr>
        <p:spPr>
          <a:xfrm>
            <a:off x="1" y="1389592"/>
            <a:ext cx="9553575" cy="827919"/>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ts val="7150"/>
              </a:lnSpc>
              <a:spcBef>
                <a:spcPts val="0"/>
              </a:spcBef>
              <a:defRPr/>
            </a:pPr>
            <a:r>
              <a:rPr lang="en-US" sz="4000" b="1" dirty="0">
                <a:solidFill>
                  <a:srgbClr val="000000"/>
                </a:solidFill>
                <a:ea typeface="+mn-ea"/>
                <a:cs typeface="+mn-cs"/>
              </a:rPr>
              <a:t>The photo- good headshot</a:t>
            </a:r>
          </a:p>
        </p:txBody>
      </p:sp>
      <p:sp>
        <p:nvSpPr>
          <p:cNvPr id="9" name="Freeform 9">
            <a:extLst>
              <a:ext uri="{C183D7F6-B498-43B3-948B-1728B52AA6E4}">
                <adec:decorative xmlns:adec="http://schemas.microsoft.com/office/drawing/2017/decorative" val="1"/>
              </a:ext>
            </a:extLst>
          </p:cNvPr>
          <p:cNvSpPr/>
          <p:nvPr/>
        </p:nvSpPr>
        <p:spPr>
          <a:xfrm rot="-1180910">
            <a:off x="10775186" y="3992812"/>
            <a:ext cx="1285839" cy="1285839"/>
          </a:xfrm>
          <a:custGeom>
            <a:avLst/>
            <a:gdLst/>
            <a:ahLst/>
            <a:cxnLst/>
            <a:rect l="l" t="t" r="r" b="b"/>
            <a:pathLst>
              <a:path w="1928759" h="1928759">
                <a:moveTo>
                  <a:pt x="0" y="0"/>
                </a:moveTo>
                <a:lnTo>
                  <a:pt x="1928759" y="0"/>
                </a:lnTo>
                <a:lnTo>
                  <a:pt x="1928759" y="1928759"/>
                </a:lnTo>
                <a:lnTo>
                  <a:pt x="0" y="1928759"/>
                </a:lnTo>
                <a:lnTo>
                  <a:pt x="0" y="0"/>
                </a:lnTo>
                <a:close/>
              </a:path>
            </a:pathLst>
          </a:custGeom>
          <a:blipFill>
            <a:blip r:embed="rId5"/>
            <a:stretch>
              <a:fillRect/>
            </a:stretch>
          </a:blipFill>
        </p:spPr>
        <p:txBody>
          <a:bodyPr/>
          <a:lstStyle/>
          <a:p>
            <a:endParaRPr lang="en-GB"/>
          </a:p>
        </p:txBody>
      </p:sp>
      <p:sp>
        <p:nvSpPr>
          <p:cNvPr id="10" name="Freeform 10">
            <a:extLst>
              <a:ext uri="{C183D7F6-B498-43B3-948B-1728B52AA6E4}">
                <adec:decorative xmlns:adec="http://schemas.microsoft.com/office/drawing/2017/decorative" val="1"/>
              </a:ext>
            </a:extLst>
          </p:cNvPr>
          <p:cNvSpPr/>
          <p:nvPr/>
        </p:nvSpPr>
        <p:spPr>
          <a:xfrm rot="-1206365">
            <a:off x="10608643" y="5427095"/>
            <a:ext cx="1287195" cy="1287195"/>
          </a:xfrm>
          <a:custGeom>
            <a:avLst/>
            <a:gdLst/>
            <a:ahLst/>
            <a:cxnLst/>
            <a:rect l="l" t="t" r="r" b="b"/>
            <a:pathLst>
              <a:path w="1930792" h="1930792">
                <a:moveTo>
                  <a:pt x="0" y="0"/>
                </a:moveTo>
                <a:lnTo>
                  <a:pt x="1930792" y="0"/>
                </a:lnTo>
                <a:lnTo>
                  <a:pt x="1930792" y="1930792"/>
                </a:lnTo>
                <a:lnTo>
                  <a:pt x="0" y="1930792"/>
                </a:lnTo>
                <a:lnTo>
                  <a:pt x="0" y="0"/>
                </a:lnTo>
                <a:close/>
              </a:path>
            </a:pathLst>
          </a:custGeom>
          <a:blipFill>
            <a:blip r:embed="rId6"/>
            <a:stretch>
              <a:fillRect/>
            </a:stretch>
          </a:blipFill>
        </p:spPr>
        <p:txBody>
          <a:bodyPr/>
          <a:lstStyle/>
          <a:p>
            <a:endParaRPr lang="en-GB"/>
          </a:p>
        </p:txBody>
      </p:sp>
      <p:sp>
        <p:nvSpPr>
          <p:cNvPr id="12" name="Lightning Bolt 11">
            <a:extLst>
              <a:ext uri="{FF2B5EF4-FFF2-40B4-BE49-F238E27FC236}">
                <a16:creationId xmlns:a16="http://schemas.microsoft.com/office/drawing/2014/main" id="{B9B81D99-8E54-CA02-D461-DCAE80A50276}"/>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en-GB" sz="1200">
              <a:solidFill>
                <a:prstClr val="white"/>
              </a:solidFill>
              <a:latin typeface="Calibri"/>
            </a:endParaRPr>
          </a:p>
        </p:txBody>
      </p:sp>
      <p:sp>
        <p:nvSpPr>
          <p:cNvPr id="13" name="Lightning Bolt 12">
            <a:extLst>
              <a:ext uri="{FF2B5EF4-FFF2-40B4-BE49-F238E27FC236}">
                <a16:creationId xmlns:a16="http://schemas.microsoft.com/office/drawing/2014/main" id="{586944FC-5BA3-4940-CD36-2D44A7E376DC}"/>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en-GB" sz="1200">
              <a:solidFill>
                <a:prstClr val="white"/>
              </a:solidFill>
              <a:latin typeface="Calibri"/>
            </a:endParaRPr>
          </a:p>
        </p:txBody>
      </p:sp>
      <p:sp>
        <p:nvSpPr>
          <p:cNvPr id="14" name="Lightning Bolt 13">
            <a:extLst>
              <a:ext uri="{FF2B5EF4-FFF2-40B4-BE49-F238E27FC236}">
                <a16:creationId xmlns:a16="http://schemas.microsoft.com/office/drawing/2014/main" id="{33A84611-0562-819A-943B-E598763E05FF}"/>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en-GB" sz="1200">
              <a:solidFill>
                <a:prstClr val="white"/>
              </a:solidFill>
              <a:latin typeface="Calibri"/>
            </a:endParaRPr>
          </a:p>
        </p:txBody>
      </p:sp>
      <p:sp>
        <p:nvSpPr>
          <p:cNvPr id="15" name="Lightning Bolt 14">
            <a:extLst>
              <a:ext uri="{FF2B5EF4-FFF2-40B4-BE49-F238E27FC236}">
                <a16:creationId xmlns:a16="http://schemas.microsoft.com/office/drawing/2014/main" id="{29236A5E-28C8-FBB6-5CBB-38ACD3087C78}"/>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en-GB" sz="1200">
              <a:solidFill>
                <a:prstClr val="white"/>
              </a:solidFill>
              <a:latin typeface="Calibri"/>
            </a:endParaRPr>
          </a:p>
        </p:txBody>
      </p:sp>
      <p:sp>
        <p:nvSpPr>
          <p:cNvPr id="16" name="Lightning Bolt 15">
            <a:extLst>
              <a:ext uri="{FF2B5EF4-FFF2-40B4-BE49-F238E27FC236}">
                <a16:creationId xmlns:a16="http://schemas.microsoft.com/office/drawing/2014/main" id="{DA9630B8-D7B3-882C-D074-20EB49715A44}"/>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en-GB" sz="1200">
              <a:solidFill>
                <a:prstClr val="white"/>
              </a:solidFill>
              <a:latin typeface="Calibri"/>
            </a:endParaRPr>
          </a:p>
        </p:txBody>
      </p:sp>
      <p:sp>
        <p:nvSpPr>
          <p:cNvPr id="17" name="Lightning Bolt 16">
            <a:extLst>
              <a:ext uri="{FF2B5EF4-FFF2-40B4-BE49-F238E27FC236}">
                <a16:creationId xmlns:a16="http://schemas.microsoft.com/office/drawing/2014/main" id="{1BE41B55-86E6-B3DC-C0AF-E7180BC848A4}"/>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en-GB" sz="1200">
              <a:solidFill>
                <a:prstClr val="white"/>
              </a:solidFill>
              <a:latin typeface="Calibri"/>
            </a:endParaRPr>
          </a:p>
        </p:txBody>
      </p:sp>
      <p:sp>
        <p:nvSpPr>
          <p:cNvPr id="18" name="Lightning Bolt 17">
            <a:extLst>
              <a:ext uri="{FF2B5EF4-FFF2-40B4-BE49-F238E27FC236}">
                <a16:creationId xmlns:a16="http://schemas.microsoft.com/office/drawing/2014/main" id="{02811C24-D0D9-1BC8-B16F-F7B8DE9A5FB8}"/>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en-GB" sz="1200">
              <a:solidFill>
                <a:prstClr val="white"/>
              </a:solidFill>
              <a:latin typeface="Calibri"/>
            </a:endParaRPr>
          </a:p>
        </p:txBody>
      </p:sp>
      <p:sp>
        <p:nvSpPr>
          <p:cNvPr id="19" name="Lightning Bolt 18">
            <a:extLst>
              <a:ext uri="{FF2B5EF4-FFF2-40B4-BE49-F238E27FC236}">
                <a16:creationId xmlns:a16="http://schemas.microsoft.com/office/drawing/2014/main" id="{5B22D6F6-DD9D-AFC1-A052-8927F2A3630A}"/>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en-GB" sz="1200">
              <a:solidFill>
                <a:prstClr val="white"/>
              </a:solidFill>
              <a:latin typeface="Calibri"/>
            </a:endParaRPr>
          </a:p>
        </p:txBody>
      </p:sp>
      <p:pic>
        <p:nvPicPr>
          <p:cNvPr id="21" name="Picture 2" descr="Profile photo of Nicola Brand, example Careers Service Linked In account,">
            <a:extLst>
              <a:ext uri="{FF2B5EF4-FFF2-40B4-BE49-F238E27FC236}">
                <a16:creationId xmlns:a16="http://schemas.microsoft.com/office/drawing/2014/main" id="{AEBF9F72-72B7-5085-4A51-177A208810E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39421" y="2934381"/>
            <a:ext cx="2924175" cy="2924175"/>
          </a:xfrm>
          <a:prstGeom prst="rect">
            <a:avLst/>
          </a:prstGeom>
          <a:noFill/>
          <a:extLst>
            <a:ext uri="{909E8E84-426E-40DD-AFC4-6F175D3DCCD1}">
              <a14:hiddenFill xmlns:a14="http://schemas.microsoft.com/office/drawing/2010/main">
                <a:solidFill>
                  <a:srgbClr val="FFFFFF"/>
                </a:solidFill>
              </a14:hiddenFill>
            </a:ext>
          </a:extLst>
        </p:spPr>
      </p:pic>
    </p:spTree>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2">
            <a:extLst>
              <a:ext uri="{C183D7F6-B498-43B3-948B-1728B52AA6E4}">
                <adec:decorative xmlns:adec="http://schemas.microsoft.com/office/drawing/2017/decorative" val="1"/>
              </a:ext>
            </a:extLst>
          </p:cNvPr>
          <p:cNvGrpSpPr/>
          <p:nvPr/>
        </p:nvGrpSpPr>
        <p:grpSpPr>
          <a:xfrm>
            <a:off x="0" y="0"/>
            <a:ext cx="12192000" cy="1132558"/>
            <a:chOff x="0" y="0"/>
            <a:chExt cx="4816593" cy="447430"/>
          </a:xfrm>
        </p:grpSpPr>
        <p:sp>
          <p:nvSpPr>
            <p:cNvPr id="3" name="Freeform 3"/>
            <p:cNvSpPr/>
            <p:nvPr/>
          </p:nvSpPr>
          <p:spPr>
            <a:xfrm>
              <a:off x="0" y="0"/>
              <a:ext cx="4816592" cy="447430"/>
            </a:xfrm>
            <a:custGeom>
              <a:avLst/>
              <a:gdLst/>
              <a:ahLst/>
              <a:cxnLst/>
              <a:rect l="l" t="t" r="r" b="b"/>
              <a:pathLst>
                <a:path w="4816592" h="447430">
                  <a:moveTo>
                    <a:pt x="0" y="0"/>
                  </a:moveTo>
                  <a:lnTo>
                    <a:pt x="4816592" y="0"/>
                  </a:lnTo>
                  <a:lnTo>
                    <a:pt x="4816592" y="447430"/>
                  </a:lnTo>
                  <a:lnTo>
                    <a:pt x="0" y="447430"/>
                  </a:lnTo>
                  <a:close/>
                </a:path>
              </a:pathLst>
            </a:custGeom>
            <a:solidFill>
              <a:srgbClr val="FFCD00"/>
            </a:solidFill>
          </p:spPr>
          <p:txBody>
            <a:bodyPr/>
            <a:lstStyle/>
            <a:p>
              <a:endParaRPr lang="en-GB"/>
            </a:p>
          </p:txBody>
        </p:sp>
        <p:sp>
          <p:nvSpPr>
            <p:cNvPr id="4" name="TextBox 4"/>
            <p:cNvSpPr txBox="1"/>
            <p:nvPr/>
          </p:nvSpPr>
          <p:spPr>
            <a:xfrm>
              <a:off x="0" y="-47625"/>
              <a:ext cx="812800" cy="860425"/>
            </a:xfrm>
            <a:prstGeom prst="rect">
              <a:avLst/>
            </a:prstGeom>
          </p:spPr>
          <p:txBody>
            <a:bodyPr lIns="33867" tIns="33867" rIns="33867" bIns="33867" rtlCol="0" anchor="ctr"/>
            <a:lstStyle/>
            <a:p>
              <a:pPr algn="ctr" defTabSz="609630">
                <a:lnSpc>
                  <a:spcPts val="1773"/>
                </a:lnSpc>
              </a:pPr>
              <a:endParaRPr sz="1200">
                <a:solidFill>
                  <a:prstClr val="black"/>
                </a:solidFill>
                <a:latin typeface="Calibri"/>
              </a:endParaRPr>
            </a:p>
          </p:txBody>
        </p:sp>
      </p:grpSp>
      <p:sp>
        <p:nvSpPr>
          <p:cNvPr id="5" name="Freeform 5">
            <a:extLst>
              <a:ext uri="{C183D7F6-B498-43B3-948B-1728B52AA6E4}">
                <adec:decorative xmlns:adec="http://schemas.microsoft.com/office/drawing/2017/decorative" val="1"/>
              </a:ext>
            </a:extLst>
          </p:cNvPr>
          <p:cNvSpPr/>
          <p:nvPr/>
        </p:nvSpPr>
        <p:spPr>
          <a:xfrm>
            <a:off x="10541158" y="121084"/>
            <a:ext cx="1505150" cy="903090"/>
          </a:xfrm>
          <a:custGeom>
            <a:avLst/>
            <a:gdLst/>
            <a:ahLst/>
            <a:cxnLst/>
            <a:rect l="l" t="t" r="r" b="b"/>
            <a:pathLst>
              <a:path w="2257725" h="1354635">
                <a:moveTo>
                  <a:pt x="0" y="0"/>
                </a:moveTo>
                <a:lnTo>
                  <a:pt x="2257726" y="0"/>
                </a:lnTo>
                <a:lnTo>
                  <a:pt x="2257726" y="1354635"/>
                </a:lnTo>
                <a:lnTo>
                  <a:pt x="0" y="1354635"/>
                </a:lnTo>
                <a:lnTo>
                  <a:pt x="0" y="0"/>
                </a:lnTo>
                <a:close/>
              </a:path>
            </a:pathLst>
          </a:custGeom>
          <a:blipFill>
            <a:blip r:embed="rId3"/>
            <a:stretch>
              <a:fillRect/>
            </a:stretch>
          </a:blipFill>
        </p:spPr>
        <p:txBody>
          <a:bodyPr/>
          <a:lstStyle/>
          <a:p>
            <a:endParaRPr lang="en-GB"/>
          </a:p>
        </p:txBody>
      </p:sp>
      <p:sp>
        <p:nvSpPr>
          <p:cNvPr id="6" name="Freeform 6">
            <a:extLst>
              <a:ext uri="{C183D7F6-B498-43B3-948B-1728B52AA6E4}">
                <adec:decorative xmlns:adec="http://schemas.microsoft.com/office/drawing/2017/decorative" val="1"/>
              </a:ext>
            </a:extLst>
          </p:cNvPr>
          <p:cNvSpPr/>
          <p:nvPr/>
        </p:nvSpPr>
        <p:spPr>
          <a:xfrm>
            <a:off x="301635" y="192267"/>
            <a:ext cx="1886212" cy="721277"/>
          </a:xfrm>
          <a:custGeom>
            <a:avLst/>
            <a:gdLst/>
            <a:ahLst/>
            <a:cxnLst/>
            <a:rect l="l" t="t" r="r" b="b"/>
            <a:pathLst>
              <a:path w="2829318" h="1081916">
                <a:moveTo>
                  <a:pt x="0" y="0"/>
                </a:moveTo>
                <a:lnTo>
                  <a:pt x="2829319" y="0"/>
                </a:lnTo>
                <a:lnTo>
                  <a:pt x="2829319" y="1081916"/>
                </a:lnTo>
                <a:lnTo>
                  <a:pt x="0" y="1081916"/>
                </a:lnTo>
                <a:lnTo>
                  <a:pt x="0" y="0"/>
                </a:lnTo>
                <a:close/>
              </a:path>
            </a:pathLst>
          </a:custGeom>
          <a:blipFill>
            <a:blip r:embed="rId4"/>
            <a:stretch>
              <a:fillRect/>
            </a:stretch>
          </a:blipFill>
        </p:spPr>
        <p:txBody>
          <a:bodyPr/>
          <a:lstStyle/>
          <a:p>
            <a:endParaRPr lang="en-GB"/>
          </a:p>
        </p:txBody>
      </p:sp>
      <p:sp>
        <p:nvSpPr>
          <p:cNvPr id="7" name="AutoShape 7">
            <a:extLst>
              <a:ext uri="{C183D7F6-B498-43B3-948B-1728B52AA6E4}">
                <adec:decorative xmlns:adec="http://schemas.microsoft.com/office/drawing/2017/decorative" val="1"/>
              </a:ext>
            </a:extLst>
          </p:cNvPr>
          <p:cNvSpPr/>
          <p:nvPr/>
        </p:nvSpPr>
        <p:spPr>
          <a:xfrm flipV="1">
            <a:off x="10407573" y="217679"/>
            <a:ext cx="0" cy="697201"/>
          </a:xfrm>
          <a:prstGeom prst="line">
            <a:avLst/>
          </a:prstGeom>
          <a:ln w="76200" cap="flat">
            <a:solidFill>
              <a:srgbClr val="000000"/>
            </a:solidFill>
            <a:prstDash val="solid"/>
            <a:headEnd type="none" w="sm" len="sm"/>
            <a:tailEnd type="none" w="sm" len="sm"/>
          </a:ln>
        </p:spPr>
        <p:txBody>
          <a:bodyPr/>
          <a:lstStyle/>
          <a:p>
            <a:endParaRPr lang="en-GB"/>
          </a:p>
        </p:txBody>
      </p:sp>
      <p:sp>
        <p:nvSpPr>
          <p:cNvPr id="8" name="TextBox 8"/>
          <p:cNvSpPr txBox="1">
            <a:spLocks noGrp="1"/>
          </p:cNvSpPr>
          <p:nvPr>
            <p:ph type="title" idx="4294967295"/>
          </p:nvPr>
        </p:nvSpPr>
        <p:spPr>
          <a:xfrm>
            <a:off x="1" y="1389592"/>
            <a:ext cx="9553575" cy="85010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ts val="7150"/>
              </a:lnSpc>
              <a:spcBef>
                <a:spcPts val="0"/>
              </a:spcBef>
              <a:defRPr/>
            </a:pPr>
            <a:r>
              <a:rPr lang="en-US" sz="5107" dirty="0">
                <a:solidFill>
                  <a:srgbClr val="000000"/>
                </a:solidFill>
                <a:latin typeface="SerifaBEFOP-Medium"/>
                <a:ea typeface="+mn-ea"/>
                <a:cs typeface="+mn-cs"/>
              </a:rPr>
              <a:t> </a:t>
            </a:r>
          </a:p>
        </p:txBody>
      </p:sp>
      <p:sp>
        <p:nvSpPr>
          <p:cNvPr id="9" name="Freeform 9">
            <a:extLst>
              <a:ext uri="{C183D7F6-B498-43B3-948B-1728B52AA6E4}">
                <adec:decorative xmlns:adec="http://schemas.microsoft.com/office/drawing/2017/decorative" val="1"/>
              </a:ext>
            </a:extLst>
          </p:cNvPr>
          <p:cNvSpPr/>
          <p:nvPr/>
        </p:nvSpPr>
        <p:spPr>
          <a:xfrm rot="-1180910">
            <a:off x="10775186" y="3992812"/>
            <a:ext cx="1285839" cy="1285839"/>
          </a:xfrm>
          <a:custGeom>
            <a:avLst/>
            <a:gdLst/>
            <a:ahLst/>
            <a:cxnLst/>
            <a:rect l="l" t="t" r="r" b="b"/>
            <a:pathLst>
              <a:path w="1928759" h="1928759">
                <a:moveTo>
                  <a:pt x="0" y="0"/>
                </a:moveTo>
                <a:lnTo>
                  <a:pt x="1928759" y="0"/>
                </a:lnTo>
                <a:lnTo>
                  <a:pt x="1928759" y="1928759"/>
                </a:lnTo>
                <a:lnTo>
                  <a:pt x="0" y="1928759"/>
                </a:lnTo>
                <a:lnTo>
                  <a:pt x="0" y="0"/>
                </a:lnTo>
                <a:close/>
              </a:path>
            </a:pathLst>
          </a:custGeom>
          <a:blipFill>
            <a:blip r:embed="rId5"/>
            <a:stretch>
              <a:fillRect/>
            </a:stretch>
          </a:blipFill>
        </p:spPr>
        <p:txBody>
          <a:bodyPr/>
          <a:lstStyle/>
          <a:p>
            <a:endParaRPr lang="en-GB"/>
          </a:p>
        </p:txBody>
      </p:sp>
      <p:sp>
        <p:nvSpPr>
          <p:cNvPr id="10" name="Freeform 10">
            <a:extLst>
              <a:ext uri="{C183D7F6-B498-43B3-948B-1728B52AA6E4}">
                <adec:decorative xmlns:adec="http://schemas.microsoft.com/office/drawing/2017/decorative" val="1"/>
              </a:ext>
            </a:extLst>
          </p:cNvPr>
          <p:cNvSpPr/>
          <p:nvPr/>
        </p:nvSpPr>
        <p:spPr>
          <a:xfrm rot="-1206365">
            <a:off x="10608643" y="5427095"/>
            <a:ext cx="1287195" cy="1287195"/>
          </a:xfrm>
          <a:custGeom>
            <a:avLst/>
            <a:gdLst/>
            <a:ahLst/>
            <a:cxnLst/>
            <a:rect l="l" t="t" r="r" b="b"/>
            <a:pathLst>
              <a:path w="1930792" h="1930792">
                <a:moveTo>
                  <a:pt x="0" y="0"/>
                </a:moveTo>
                <a:lnTo>
                  <a:pt x="1930792" y="0"/>
                </a:lnTo>
                <a:lnTo>
                  <a:pt x="1930792" y="1930792"/>
                </a:lnTo>
                <a:lnTo>
                  <a:pt x="0" y="1930792"/>
                </a:lnTo>
                <a:lnTo>
                  <a:pt x="0" y="0"/>
                </a:lnTo>
                <a:close/>
              </a:path>
            </a:pathLst>
          </a:custGeom>
          <a:blipFill>
            <a:blip r:embed="rId6"/>
            <a:stretch>
              <a:fillRect/>
            </a:stretch>
          </a:blipFill>
        </p:spPr>
        <p:txBody>
          <a:bodyPr/>
          <a:lstStyle/>
          <a:p>
            <a:endParaRPr lang="en-GB"/>
          </a:p>
        </p:txBody>
      </p:sp>
      <p:sp>
        <p:nvSpPr>
          <p:cNvPr id="12" name="Lightning Bolt 11">
            <a:extLst>
              <a:ext uri="{FF2B5EF4-FFF2-40B4-BE49-F238E27FC236}">
                <a16:creationId xmlns:a16="http://schemas.microsoft.com/office/drawing/2014/main" id="{B9B81D99-8E54-CA02-D461-DCAE80A50276}"/>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en-GB" sz="1200">
              <a:solidFill>
                <a:prstClr val="white"/>
              </a:solidFill>
              <a:latin typeface="Calibri"/>
            </a:endParaRPr>
          </a:p>
        </p:txBody>
      </p:sp>
      <p:sp>
        <p:nvSpPr>
          <p:cNvPr id="13" name="Lightning Bolt 12">
            <a:extLst>
              <a:ext uri="{FF2B5EF4-FFF2-40B4-BE49-F238E27FC236}">
                <a16:creationId xmlns:a16="http://schemas.microsoft.com/office/drawing/2014/main" id="{586944FC-5BA3-4940-CD36-2D44A7E376DC}"/>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en-GB" sz="1200">
              <a:solidFill>
                <a:prstClr val="white"/>
              </a:solidFill>
              <a:latin typeface="Calibri"/>
            </a:endParaRPr>
          </a:p>
        </p:txBody>
      </p:sp>
      <p:sp>
        <p:nvSpPr>
          <p:cNvPr id="14" name="Lightning Bolt 13">
            <a:extLst>
              <a:ext uri="{FF2B5EF4-FFF2-40B4-BE49-F238E27FC236}">
                <a16:creationId xmlns:a16="http://schemas.microsoft.com/office/drawing/2014/main" id="{33A84611-0562-819A-943B-E598763E05FF}"/>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en-GB" sz="1200">
              <a:solidFill>
                <a:prstClr val="white"/>
              </a:solidFill>
              <a:latin typeface="Calibri"/>
            </a:endParaRPr>
          </a:p>
        </p:txBody>
      </p:sp>
      <p:sp>
        <p:nvSpPr>
          <p:cNvPr id="15" name="Lightning Bolt 14">
            <a:extLst>
              <a:ext uri="{FF2B5EF4-FFF2-40B4-BE49-F238E27FC236}">
                <a16:creationId xmlns:a16="http://schemas.microsoft.com/office/drawing/2014/main" id="{29236A5E-28C8-FBB6-5CBB-38ACD3087C78}"/>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en-GB" sz="1200">
              <a:solidFill>
                <a:prstClr val="white"/>
              </a:solidFill>
              <a:latin typeface="Calibri"/>
            </a:endParaRPr>
          </a:p>
        </p:txBody>
      </p:sp>
      <p:sp>
        <p:nvSpPr>
          <p:cNvPr id="16" name="Lightning Bolt 15">
            <a:extLst>
              <a:ext uri="{FF2B5EF4-FFF2-40B4-BE49-F238E27FC236}">
                <a16:creationId xmlns:a16="http://schemas.microsoft.com/office/drawing/2014/main" id="{DA9630B8-D7B3-882C-D074-20EB49715A44}"/>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en-GB" sz="1200">
              <a:solidFill>
                <a:prstClr val="white"/>
              </a:solidFill>
              <a:latin typeface="Calibri"/>
            </a:endParaRPr>
          </a:p>
        </p:txBody>
      </p:sp>
      <p:sp>
        <p:nvSpPr>
          <p:cNvPr id="17" name="Lightning Bolt 16">
            <a:extLst>
              <a:ext uri="{FF2B5EF4-FFF2-40B4-BE49-F238E27FC236}">
                <a16:creationId xmlns:a16="http://schemas.microsoft.com/office/drawing/2014/main" id="{1BE41B55-86E6-B3DC-C0AF-E7180BC848A4}"/>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en-GB" sz="1200">
              <a:solidFill>
                <a:prstClr val="white"/>
              </a:solidFill>
              <a:latin typeface="Calibri"/>
            </a:endParaRPr>
          </a:p>
        </p:txBody>
      </p:sp>
      <p:sp>
        <p:nvSpPr>
          <p:cNvPr id="18" name="Lightning Bolt 17">
            <a:extLst>
              <a:ext uri="{FF2B5EF4-FFF2-40B4-BE49-F238E27FC236}">
                <a16:creationId xmlns:a16="http://schemas.microsoft.com/office/drawing/2014/main" id="{02811C24-D0D9-1BC8-B16F-F7B8DE9A5FB8}"/>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en-GB" sz="1200">
              <a:solidFill>
                <a:prstClr val="white"/>
              </a:solidFill>
              <a:latin typeface="Calibri"/>
            </a:endParaRPr>
          </a:p>
        </p:txBody>
      </p:sp>
      <p:sp>
        <p:nvSpPr>
          <p:cNvPr id="19" name="Lightning Bolt 18">
            <a:extLst>
              <a:ext uri="{FF2B5EF4-FFF2-40B4-BE49-F238E27FC236}">
                <a16:creationId xmlns:a16="http://schemas.microsoft.com/office/drawing/2014/main" id="{5B22D6F6-DD9D-AFC1-A052-8927F2A3630A}"/>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en-GB" sz="1200">
              <a:solidFill>
                <a:prstClr val="white"/>
              </a:solidFill>
              <a:latin typeface="Calibri"/>
            </a:endParaRPr>
          </a:p>
        </p:txBody>
      </p:sp>
      <p:pic>
        <p:nvPicPr>
          <p:cNvPr id="20" name="Picture 19">
            <a:extLst>
              <a:ext uri="{FF2B5EF4-FFF2-40B4-BE49-F238E27FC236}">
                <a16:creationId xmlns:a16="http://schemas.microsoft.com/office/drawing/2014/main" id="{EBF7B9C1-D2A0-C536-8CC5-7FAAC97FAE17}"/>
              </a:ext>
            </a:extLst>
          </p:cNvPr>
          <p:cNvPicPr/>
          <p:nvPr/>
        </p:nvPicPr>
        <p:blipFill rotWithShape="1">
          <a:blip r:embed="rId7"/>
          <a:srcRect l="15232" t="20812" r="36282" b="9177"/>
          <a:stretch/>
        </p:blipFill>
        <p:spPr bwMode="auto">
          <a:xfrm>
            <a:off x="1351373" y="1432372"/>
            <a:ext cx="8673739" cy="5627802"/>
          </a:xfrm>
          <a:prstGeom prst="rect">
            <a:avLst/>
          </a:prstGeom>
          <a:ln>
            <a:noFill/>
          </a:ln>
          <a:extLst>
            <a:ext uri="{53640926-AAD7-44D8-BBD7-CCE9431645EC}">
              <a14:shadowObscured xmlns:a14="http://schemas.microsoft.com/office/drawing/2010/main"/>
            </a:ext>
          </a:extLst>
        </p:spPr>
      </p:pic>
    </p:spTree>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2">
            <a:extLst>
              <a:ext uri="{C183D7F6-B498-43B3-948B-1728B52AA6E4}">
                <adec:decorative xmlns:adec="http://schemas.microsoft.com/office/drawing/2017/decorative" val="1"/>
              </a:ext>
            </a:extLst>
          </p:cNvPr>
          <p:cNvGrpSpPr/>
          <p:nvPr/>
        </p:nvGrpSpPr>
        <p:grpSpPr>
          <a:xfrm>
            <a:off x="0" y="0"/>
            <a:ext cx="12192000" cy="1132558"/>
            <a:chOff x="0" y="0"/>
            <a:chExt cx="4816593" cy="447430"/>
          </a:xfrm>
        </p:grpSpPr>
        <p:sp>
          <p:nvSpPr>
            <p:cNvPr id="3" name="Freeform 3"/>
            <p:cNvSpPr/>
            <p:nvPr/>
          </p:nvSpPr>
          <p:spPr>
            <a:xfrm>
              <a:off x="0" y="0"/>
              <a:ext cx="4816592" cy="447430"/>
            </a:xfrm>
            <a:custGeom>
              <a:avLst/>
              <a:gdLst/>
              <a:ahLst/>
              <a:cxnLst/>
              <a:rect l="l" t="t" r="r" b="b"/>
              <a:pathLst>
                <a:path w="4816592" h="447430">
                  <a:moveTo>
                    <a:pt x="0" y="0"/>
                  </a:moveTo>
                  <a:lnTo>
                    <a:pt x="4816592" y="0"/>
                  </a:lnTo>
                  <a:lnTo>
                    <a:pt x="4816592" y="447430"/>
                  </a:lnTo>
                  <a:lnTo>
                    <a:pt x="0" y="447430"/>
                  </a:lnTo>
                  <a:close/>
                </a:path>
              </a:pathLst>
            </a:custGeom>
            <a:solidFill>
              <a:srgbClr val="FFCD00"/>
            </a:solidFill>
          </p:spPr>
          <p:txBody>
            <a:bodyPr/>
            <a:lstStyle/>
            <a:p>
              <a:endParaRPr lang="en-GB"/>
            </a:p>
          </p:txBody>
        </p:sp>
        <p:sp>
          <p:nvSpPr>
            <p:cNvPr id="4" name="TextBox 4"/>
            <p:cNvSpPr txBox="1"/>
            <p:nvPr/>
          </p:nvSpPr>
          <p:spPr>
            <a:xfrm>
              <a:off x="0" y="-47625"/>
              <a:ext cx="812800" cy="860425"/>
            </a:xfrm>
            <a:prstGeom prst="rect">
              <a:avLst/>
            </a:prstGeom>
          </p:spPr>
          <p:txBody>
            <a:bodyPr lIns="33867" tIns="33867" rIns="33867" bIns="33867" rtlCol="0" anchor="ctr"/>
            <a:lstStyle/>
            <a:p>
              <a:pPr algn="ctr" defTabSz="609630">
                <a:lnSpc>
                  <a:spcPts val="1773"/>
                </a:lnSpc>
              </a:pPr>
              <a:endParaRPr sz="1200">
                <a:solidFill>
                  <a:prstClr val="black"/>
                </a:solidFill>
                <a:latin typeface="Calibri"/>
              </a:endParaRPr>
            </a:p>
          </p:txBody>
        </p:sp>
      </p:grpSp>
      <p:sp>
        <p:nvSpPr>
          <p:cNvPr id="5" name="Freeform 5">
            <a:extLst>
              <a:ext uri="{C183D7F6-B498-43B3-948B-1728B52AA6E4}">
                <adec:decorative xmlns:adec="http://schemas.microsoft.com/office/drawing/2017/decorative" val="1"/>
              </a:ext>
            </a:extLst>
          </p:cNvPr>
          <p:cNvSpPr/>
          <p:nvPr/>
        </p:nvSpPr>
        <p:spPr>
          <a:xfrm>
            <a:off x="10541158" y="121084"/>
            <a:ext cx="1505150" cy="903090"/>
          </a:xfrm>
          <a:custGeom>
            <a:avLst/>
            <a:gdLst/>
            <a:ahLst/>
            <a:cxnLst/>
            <a:rect l="l" t="t" r="r" b="b"/>
            <a:pathLst>
              <a:path w="2257725" h="1354635">
                <a:moveTo>
                  <a:pt x="0" y="0"/>
                </a:moveTo>
                <a:lnTo>
                  <a:pt x="2257726" y="0"/>
                </a:lnTo>
                <a:lnTo>
                  <a:pt x="2257726" y="1354635"/>
                </a:lnTo>
                <a:lnTo>
                  <a:pt x="0" y="1354635"/>
                </a:lnTo>
                <a:lnTo>
                  <a:pt x="0" y="0"/>
                </a:lnTo>
                <a:close/>
              </a:path>
            </a:pathLst>
          </a:custGeom>
          <a:blipFill>
            <a:blip r:embed="rId3"/>
            <a:stretch>
              <a:fillRect/>
            </a:stretch>
          </a:blipFill>
        </p:spPr>
        <p:txBody>
          <a:bodyPr/>
          <a:lstStyle/>
          <a:p>
            <a:endParaRPr lang="en-GB"/>
          </a:p>
        </p:txBody>
      </p:sp>
      <p:sp>
        <p:nvSpPr>
          <p:cNvPr id="6" name="Freeform 6">
            <a:extLst>
              <a:ext uri="{C183D7F6-B498-43B3-948B-1728B52AA6E4}">
                <adec:decorative xmlns:adec="http://schemas.microsoft.com/office/drawing/2017/decorative" val="1"/>
              </a:ext>
            </a:extLst>
          </p:cNvPr>
          <p:cNvSpPr/>
          <p:nvPr/>
        </p:nvSpPr>
        <p:spPr>
          <a:xfrm>
            <a:off x="301635" y="192267"/>
            <a:ext cx="1886212" cy="721277"/>
          </a:xfrm>
          <a:custGeom>
            <a:avLst/>
            <a:gdLst/>
            <a:ahLst/>
            <a:cxnLst/>
            <a:rect l="l" t="t" r="r" b="b"/>
            <a:pathLst>
              <a:path w="2829318" h="1081916">
                <a:moveTo>
                  <a:pt x="0" y="0"/>
                </a:moveTo>
                <a:lnTo>
                  <a:pt x="2829319" y="0"/>
                </a:lnTo>
                <a:lnTo>
                  <a:pt x="2829319" y="1081916"/>
                </a:lnTo>
                <a:lnTo>
                  <a:pt x="0" y="1081916"/>
                </a:lnTo>
                <a:lnTo>
                  <a:pt x="0" y="0"/>
                </a:lnTo>
                <a:close/>
              </a:path>
            </a:pathLst>
          </a:custGeom>
          <a:blipFill>
            <a:blip r:embed="rId4"/>
            <a:stretch>
              <a:fillRect/>
            </a:stretch>
          </a:blipFill>
        </p:spPr>
        <p:txBody>
          <a:bodyPr/>
          <a:lstStyle/>
          <a:p>
            <a:endParaRPr lang="en-GB"/>
          </a:p>
        </p:txBody>
      </p:sp>
      <p:sp>
        <p:nvSpPr>
          <p:cNvPr id="7" name="AutoShape 7">
            <a:extLst>
              <a:ext uri="{C183D7F6-B498-43B3-948B-1728B52AA6E4}">
                <adec:decorative xmlns:adec="http://schemas.microsoft.com/office/drawing/2017/decorative" val="1"/>
              </a:ext>
            </a:extLst>
          </p:cNvPr>
          <p:cNvSpPr/>
          <p:nvPr/>
        </p:nvSpPr>
        <p:spPr>
          <a:xfrm flipV="1">
            <a:off x="10407573" y="217679"/>
            <a:ext cx="0" cy="697201"/>
          </a:xfrm>
          <a:prstGeom prst="line">
            <a:avLst/>
          </a:prstGeom>
          <a:ln w="76200" cap="flat">
            <a:solidFill>
              <a:srgbClr val="000000"/>
            </a:solidFill>
            <a:prstDash val="solid"/>
            <a:headEnd type="none" w="sm" len="sm"/>
            <a:tailEnd type="none" w="sm" len="sm"/>
          </a:ln>
        </p:spPr>
        <p:txBody>
          <a:bodyPr/>
          <a:lstStyle/>
          <a:p>
            <a:endParaRPr lang="en-GB"/>
          </a:p>
        </p:txBody>
      </p:sp>
      <p:sp>
        <p:nvSpPr>
          <p:cNvPr id="8" name="TextBox 8"/>
          <p:cNvSpPr txBox="1">
            <a:spLocks noGrp="1"/>
          </p:cNvSpPr>
          <p:nvPr>
            <p:ph type="title" idx="4294967295"/>
          </p:nvPr>
        </p:nvSpPr>
        <p:spPr>
          <a:xfrm>
            <a:off x="1" y="1389592"/>
            <a:ext cx="9553575" cy="825354"/>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ts val="7150"/>
              </a:lnSpc>
              <a:spcBef>
                <a:spcPts val="0"/>
              </a:spcBef>
              <a:defRPr/>
            </a:pPr>
            <a:r>
              <a:rPr lang="en-GB" sz="4000" b="1" dirty="0">
                <a:latin typeface="+mn-lt"/>
                <a:cs typeface="Arial"/>
              </a:rPr>
              <a:t>The summary</a:t>
            </a:r>
            <a:endParaRPr lang="en-US" sz="4000" dirty="0">
              <a:solidFill>
                <a:srgbClr val="000000"/>
              </a:solidFill>
              <a:latin typeface="SerifaBEFOP-Medium"/>
              <a:ea typeface="+mn-ea"/>
              <a:cs typeface="+mn-cs"/>
            </a:endParaRPr>
          </a:p>
        </p:txBody>
      </p:sp>
      <p:sp>
        <p:nvSpPr>
          <p:cNvPr id="9" name="Freeform 9">
            <a:extLst>
              <a:ext uri="{C183D7F6-B498-43B3-948B-1728B52AA6E4}">
                <adec:decorative xmlns:adec="http://schemas.microsoft.com/office/drawing/2017/decorative" val="1"/>
              </a:ext>
            </a:extLst>
          </p:cNvPr>
          <p:cNvSpPr/>
          <p:nvPr/>
        </p:nvSpPr>
        <p:spPr>
          <a:xfrm rot="-1180910">
            <a:off x="10775186" y="3992812"/>
            <a:ext cx="1285839" cy="1285839"/>
          </a:xfrm>
          <a:custGeom>
            <a:avLst/>
            <a:gdLst/>
            <a:ahLst/>
            <a:cxnLst/>
            <a:rect l="l" t="t" r="r" b="b"/>
            <a:pathLst>
              <a:path w="1928759" h="1928759">
                <a:moveTo>
                  <a:pt x="0" y="0"/>
                </a:moveTo>
                <a:lnTo>
                  <a:pt x="1928759" y="0"/>
                </a:lnTo>
                <a:lnTo>
                  <a:pt x="1928759" y="1928759"/>
                </a:lnTo>
                <a:lnTo>
                  <a:pt x="0" y="1928759"/>
                </a:lnTo>
                <a:lnTo>
                  <a:pt x="0" y="0"/>
                </a:lnTo>
                <a:close/>
              </a:path>
            </a:pathLst>
          </a:custGeom>
          <a:blipFill>
            <a:blip r:embed="rId5"/>
            <a:stretch>
              <a:fillRect/>
            </a:stretch>
          </a:blipFill>
        </p:spPr>
        <p:txBody>
          <a:bodyPr/>
          <a:lstStyle/>
          <a:p>
            <a:endParaRPr lang="en-GB"/>
          </a:p>
        </p:txBody>
      </p:sp>
      <p:sp>
        <p:nvSpPr>
          <p:cNvPr id="10" name="Freeform 10">
            <a:extLst>
              <a:ext uri="{C183D7F6-B498-43B3-948B-1728B52AA6E4}">
                <adec:decorative xmlns:adec="http://schemas.microsoft.com/office/drawing/2017/decorative" val="1"/>
              </a:ext>
            </a:extLst>
          </p:cNvPr>
          <p:cNvSpPr/>
          <p:nvPr/>
        </p:nvSpPr>
        <p:spPr>
          <a:xfrm rot="-1206365">
            <a:off x="10608643" y="5427095"/>
            <a:ext cx="1287195" cy="1287195"/>
          </a:xfrm>
          <a:custGeom>
            <a:avLst/>
            <a:gdLst/>
            <a:ahLst/>
            <a:cxnLst/>
            <a:rect l="l" t="t" r="r" b="b"/>
            <a:pathLst>
              <a:path w="1930792" h="1930792">
                <a:moveTo>
                  <a:pt x="0" y="0"/>
                </a:moveTo>
                <a:lnTo>
                  <a:pt x="1930792" y="0"/>
                </a:lnTo>
                <a:lnTo>
                  <a:pt x="1930792" y="1930792"/>
                </a:lnTo>
                <a:lnTo>
                  <a:pt x="0" y="1930792"/>
                </a:lnTo>
                <a:lnTo>
                  <a:pt x="0" y="0"/>
                </a:lnTo>
                <a:close/>
              </a:path>
            </a:pathLst>
          </a:custGeom>
          <a:blipFill>
            <a:blip r:embed="rId6"/>
            <a:stretch>
              <a:fillRect/>
            </a:stretch>
          </a:blipFill>
        </p:spPr>
        <p:txBody>
          <a:bodyPr/>
          <a:lstStyle/>
          <a:p>
            <a:endParaRPr lang="en-GB"/>
          </a:p>
        </p:txBody>
      </p:sp>
      <p:sp>
        <p:nvSpPr>
          <p:cNvPr id="12" name="Lightning Bolt 11">
            <a:extLst>
              <a:ext uri="{FF2B5EF4-FFF2-40B4-BE49-F238E27FC236}">
                <a16:creationId xmlns:a16="http://schemas.microsoft.com/office/drawing/2014/main" id="{B9B81D99-8E54-CA02-D461-DCAE80A50276}"/>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en-GB" sz="1200">
              <a:solidFill>
                <a:prstClr val="white"/>
              </a:solidFill>
              <a:latin typeface="Calibri"/>
            </a:endParaRPr>
          </a:p>
        </p:txBody>
      </p:sp>
      <p:sp>
        <p:nvSpPr>
          <p:cNvPr id="13" name="Lightning Bolt 12">
            <a:extLst>
              <a:ext uri="{FF2B5EF4-FFF2-40B4-BE49-F238E27FC236}">
                <a16:creationId xmlns:a16="http://schemas.microsoft.com/office/drawing/2014/main" id="{586944FC-5BA3-4940-CD36-2D44A7E376DC}"/>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en-GB" sz="1200">
              <a:solidFill>
                <a:prstClr val="white"/>
              </a:solidFill>
              <a:latin typeface="Calibri"/>
            </a:endParaRPr>
          </a:p>
        </p:txBody>
      </p:sp>
      <p:sp>
        <p:nvSpPr>
          <p:cNvPr id="14" name="Lightning Bolt 13">
            <a:extLst>
              <a:ext uri="{FF2B5EF4-FFF2-40B4-BE49-F238E27FC236}">
                <a16:creationId xmlns:a16="http://schemas.microsoft.com/office/drawing/2014/main" id="{33A84611-0562-819A-943B-E598763E05FF}"/>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en-GB" sz="1200">
              <a:solidFill>
                <a:prstClr val="white"/>
              </a:solidFill>
              <a:latin typeface="Calibri"/>
            </a:endParaRPr>
          </a:p>
        </p:txBody>
      </p:sp>
      <p:sp>
        <p:nvSpPr>
          <p:cNvPr id="15" name="Lightning Bolt 14">
            <a:extLst>
              <a:ext uri="{FF2B5EF4-FFF2-40B4-BE49-F238E27FC236}">
                <a16:creationId xmlns:a16="http://schemas.microsoft.com/office/drawing/2014/main" id="{29236A5E-28C8-FBB6-5CBB-38ACD3087C78}"/>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en-GB" sz="1200">
              <a:solidFill>
                <a:prstClr val="white"/>
              </a:solidFill>
              <a:latin typeface="Calibri"/>
            </a:endParaRPr>
          </a:p>
        </p:txBody>
      </p:sp>
      <p:sp>
        <p:nvSpPr>
          <p:cNvPr id="16" name="Lightning Bolt 15">
            <a:extLst>
              <a:ext uri="{FF2B5EF4-FFF2-40B4-BE49-F238E27FC236}">
                <a16:creationId xmlns:a16="http://schemas.microsoft.com/office/drawing/2014/main" id="{DA9630B8-D7B3-882C-D074-20EB49715A44}"/>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en-GB" sz="1200">
              <a:solidFill>
                <a:prstClr val="white"/>
              </a:solidFill>
              <a:latin typeface="Calibri"/>
            </a:endParaRPr>
          </a:p>
        </p:txBody>
      </p:sp>
      <p:sp>
        <p:nvSpPr>
          <p:cNvPr id="17" name="Lightning Bolt 16">
            <a:extLst>
              <a:ext uri="{FF2B5EF4-FFF2-40B4-BE49-F238E27FC236}">
                <a16:creationId xmlns:a16="http://schemas.microsoft.com/office/drawing/2014/main" id="{1BE41B55-86E6-B3DC-C0AF-E7180BC848A4}"/>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en-GB" sz="1200">
              <a:solidFill>
                <a:prstClr val="white"/>
              </a:solidFill>
              <a:latin typeface="Calibri"/>
            </a:endParaRPr>
          </a:p>
        </p:txBody>
      </p:sp>
      <p:sp>
        <p:nvSpPr>
          <p:cNvPr id="18" name="Lightning Bolt 17">
            <a:extLst>
              <a:ext uri="{FF2B5EF4-FFF2-40B4-BE49-F238E27FC236}">
                <a16:creationId xmlns:a16="http://schemas.microsoft.com/office/drawing/2014/main" id="{02811C24-D0D9-1BC8-B16F-F7B8DE9A5FB8}"/>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en-GB" sz="1200">
              <a:solidFill>
                <a:prstClr val="white"/>
              </a:solidFill>
              <a:latin typeface="Calibri"/>
            </a:endParaRPr>
          </a:p>
        </p:txBody>
      </p:sp>
      <p:sp>
        <p:nvSpPr>
          <p:cNvPr id="19" name="Lightning Bolt 18">
            <a:extLst>
              <a:ext uri="{FF2B5EF4-FFF2-40B4-BE49-F238E27FC236}">
                <a16:creationId xmlns:a16="http://schemas.microsoft.com/office/drawing/2014/main" id="{5B22D6F6-DD9D-AFC1-A052-8927F2A3630A}"/>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en-GB" sz="1200">
              <a:solidFill>
                <a:prstClr val="white"/>
              </a:solidFill>
              <a:latin typeface="Calibri"/>
            </a:endParaRPr>
          </a:p>
        </p:txBody>
      </p:sp>
      <p:graphicFrame>
        <p:nvGraphicFramePr>
          <p:cNvPr id="22" name="TextBox 11">
            <a:extLst>
              <a:ext uri="{FF2B5EF4-FFF2-40B4-BE49-F238E27FC236}">
                <a16:creationId xmlns:a16="http://schemas.microsoft.com/office/drawing/2014/main" id="{43B992AA-30EC-324D-DC6E-E5A321A94EC5}"/>
              </a:ext>
            </a:extLst>
          </p:cNvPr>
          <p:cNvGraphicFramePr/>
          <p:nvPr>
            <p:extLst>
              <p:ext uri="{D42A27DB-BD31-4B8C-83A1-F6EECF244321}">
                <p14:modId xmlns:p14="http://schemas.microsoft.com/office/powerpoint/2010/main" val="2912570763"/>
              </p:ext>
            </p:extLst>
          </p:nvPr>
        </p:nvGraphicFramePr>
        <p:xfrm>
          <a:off x="472375" y="2226238"/>
          <a:ext cx="9552737" cy="334784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2">
            <a:extLst>
              <a:ext uri="{C183D7F6-B498-43B3-948B-1728B52AA6E4}">
                <adec:decorative xmlns:adec="http://schemas.microsoft.com/office/drawing/2017/decorative" val="1"/>
              </a:ext>
            </a:extLst>
          </p:cNvPr>
          <p:cNvGrpSpPr/>
          <p:nvPr/>
        </p:nvGrpSpPr>
        <p:grpSpPr>
          <a:xfrm>
            <a:off x="0" y="0"/>
            <a:ext cx="12192000" cy="1132558"/>
            <a:chOff x="0" y="0"/>
            <a:chExt cx="4816593" cy="447430"/>
          </a:xfrm>
        </p:grpSpPr>
        <p:sp>
          <p:nvSpPr>
            <p:cNvPr id="3" name="Freeform 3"/>
            <p:cNvSpPr/>
            <p:nvPr/>
          </p:nvSpPr>
          <p:spPr>
            <a:xfrm>
              <a:off x="0" y="0"/>
              <a:ext cx="4816592" cy="447430"/>
            </a:xfrm>
            <a:custGeom>
              <a:avLst/>
              <a:gdLst/>
              <a:ahLst/>
              <a:cxnLst/>
              <a:rect l="l" t="t" r="r" b="b"/>
              <a:pathLst>
                <a:path w="4816592" h="447430">
                  <a:moveTo>
                    <a:pt x="0" y="0"/>
                  </a:moveTo>
                  <a:lnTo>
                    <a:pt x="4816592" y="0"/>
                  </a:lnTo>
                  <a:lnTo>
                    <a:pt x="4816592" y="447430"/>
                  </a:lnTo>
                  <a:lnTo>
                    <a:pt x="0" y="447430"/>
                  </a:lnTo>
                  <a:close/>
                </a:path>
              </a:pathLst>
            </a:custGeom>
            <a:solidFill>
              <a:srgbClr val="FFCD00"/>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p:cNvSpPr txBox="1"/>
            <p:nvPr/>
          </p:nvSpPr>
          <p:spPr>
            <a:xfrm>
              <a:off x="0" y="-47625"/>
              <a:ext cx="812800" cy="860425"/>
            </a:xfrm>
            <a:prstGeom prst="rect">
              <a:avLst/>
            </a:prstGeom>
          </p:spPr>
          <p:txBody>
            <a:bodyPr lIns="33867" tIns="33867" rIns="33867" bIns="33867" rtlCol="0" anchor="ctr"/>
            <a:lstStyle/>
            <a:p>
              <a:pPr marL="0" marR="0" lvl="0" indent="0" algn="ctr" defTabSz="609630" rtl="0" eaLnBrk="1" fontAlgn="auto" latinLnBrk="0" hangingPunct="1">
                <a:lnSpc>
                  <a:spcPts val="1773"/>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Freeform 5">
            <a:extLst>
              <a:ext uri="{C183D7F6-B498-43B3-948B-1728B52AA6E4}">
                <adec:decorative xmlns:adec="http://schemas.microsoft.com/office/drawing/2017/decorative" val="1"/>
              </a:ext>
            </a:extLst>
          </p:cNvPr>
          <p:cNvSpPr/>
          <p:nvPr/>
        </p:nvSpPr>
        <p:spPr>
          <a:xfrm>
            <a:off x="10541158" y="121084"/>
            <a:ext cx="1505150" cy="903090"/>
          </a:xfrm>
          <a:custGeom>
            <a:avLst/>
            <a:gdLst/>
            <a:ahLst/>
            <a:cxnLst/>
            <a:rect l="l" t="t" r="r" b="b"/>
            <a:pathLst>
              <a:path w="2257725" h="1354635">
                <a:moveTo>
                  <a:pt x="0" y="0"/>
                </a:moveTo>
                <a:lnTo>
                  <a:pt x="2257726" y="0"/>
                </a:lnTo>
                <a:lnTo>
                  <a:pt x="2257726" y="1354635"/>
                </a:lnTo>
                <a:lnTo>
                  <a:pt x="0" y="1354635"/>
                </a:lnTo>
                <a:lnTo>
                  <a:pt x="0" y="0"/>
                </a:lnTo>
                <a:close/>
              </a:path>
            </a:pathLst>
          </a:custGeom>
          <a:blipFill>
            <a:blip r:embed="rId3"/>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Freeform 6">
            <a:extLst>
              <a:ext uri="{C183D7F6-B498-43B3-948B-1728B52AA6E4}">
                <adec:decorative xmlns:adec="http://schemas.microsoft.com/office/drawing/2017/decorative" val="1"/>
              </a:ext>
            </a:extLst>
          </p:cNvPr>
          <p:cNvSpPr/>
          <p:nvPr/>
        </p:nvSpPr>
        <p:spPr>
          <a:xfrm>
            <a:off x="301635" y="192267"/>
            <a:ext cx="1886212" cy="721277"/>
          </a:xfrm>
          <a:custGeom>
            <a:avLst/>
            <a:gdLst/>
            <a:ahLst/>
            <a:cxnLst/>
            <a:rect l="l" t="t" r="r" b="b"/>
            <a:pathLst>
              <a:path w="2829318" h="1081916">
                <a:moveTo>
                  <a:pt x="0" y="0"/>
                </a:moveTo>
                <a:lnTo>
                  <a:pt x="2829319" y="0"/>
                </a:lnTo>
                <a:lnTo>
                  <a:pt x="2829319" y="1081916"/>
                </a:lnTo>
                <a:lnTo>
                  <a:pt x="0" y="1081916"/>
                </a:lnTo>
                <a:lnTo>
                  <a:pt x="0" y="0"/>
                </a:lnTo>
                <a:close/>
              </a:path>
            </a:pathLst>
          </a:custGeom>
          <a:blipFill>
            <a:blip r:embed="rId4"/>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AutoShape 7">
            <a:extLst>
              <a:ext uri="{C183D7F6-B498-43B3-948B-1728B52AA6E4}">
                <adec:decorative xmlns:adec="http://schemas.microsoft.com/office/drawing/2017/decorative" val="1"/>
              </a:ext>
            </a:extLst>
          </p:cNvPr>
          <p:cNvSpPr/>
          <p:nvPr/>
        </p:nvSpPr>
        <p:spPr>
          <a:xfrm flipV="1">
            <a:off x="10407573" y="217679"/>
            <a:ext cx="0" cy="697201"/>
          </a:xfrm>
          <a:prstGeom prst="line">
            <a:avLst/>
          </a:prstGeom>
          <a:ln w="76200" cap="flat">
            <a:solidFill>
              <a:srgbClr val="000000"/>
            </a:solidFill>
            <a:prstDash val="solid"/>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Box 8"/>
          <p:cNvSpPr txBox="1">
            <a:spLocks noGrp="1"/>
          </p:cNvSpPr>
          <p:nvPr>
            <p:ph type="title" idx="4294967295"/>
          </p:nvPr>
        </p:nvSpPr>
        <p:spPr>
          <a:xfrm>
            <a:off x="1" y="1389592"/>
            <a:ext cx="9553575" cy="809261"/>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ts val="7150"/>
              </a:lnSpc>
              <a:spcBef>
                <a:spcPts val="0"/>
              </a:spcBef>
              <a:defRPr/>
            </a:pPr>
            <a:r>
              <a:rPr lang="en-US" sz="4000" b="1" dirty="0">
                <a:solidFill>
                  <a:srgbClr val="000000"/>
                </a:solidFill>
                <a:latin typeface="Arial" panose="020B0604020202020204" pitchFamily="34" charset="0"/>
                <a:ea typeface="+mn-ea"/>
                <a:cs typeface="Arial" panose="020B0604020202020204" pitchFamily="34" charset="0"/>
              </a:rPr>
              <a:t>What does a good profile look like?</a:t>
            </a:r>
          </a:p>
        </p:txBody>
      </p:sp>
      <p:sp>
        <p:nvSpPr>
          <p:cNvPr id="9" name="Freeform 9">
            <a:extLst>
              <a:ext uri="{C183D7F6-B498-43B3-948B-1728B52AA6E4}">
                <adec:decorative xmlns:adec="http://schemas.microsoft.com/office/drawing/2017/decorative" val="1"/>
              </a:ext>
            </a:extLst>
          </p:cNvPr>
          <p:cNvSpPr/>
          <p:nvPr/>
        </p:nvSpPr>
        <p:spPr>
          <a:xfrm rot="-1180910">
            <a:off x="10775186" y="3992812"/>
            <a:ext cx="1285839" cy="1285839"/>
          </a:xfrm>
          <a:custGeom>
            <a:avLst/>
            <a:gdLst/>
            <a:ahLst/>
            <a:cxnLst/>
            <a:rect l="l" t="t" r="r" b="b"/>
            <a:pathLst>
              <a:path w="1928759" h="1928759">
                <a:moveTo>
                  <a:pt x="0" y="0"/>
                </a:moveTo>
                <a:lnTo>
                  <a:pt x="1928759" y="0"/>
                </a:lnTo>
                <a:lnTo>
                  <a:pt x="1928759" y="1928759"/>
                </a:lnTo>
                <a:lnTo>
                  <a:pt x="0" y="1928759"/>
                </a:lnTo>
                <a:lnTo>
                  <a:pt x="0" y="0"/>
                </a:lnTo>
                <a:close/>
              </a:path>
            </a:pathLst>
          </a:custGeom>
          <a:blipFill>
            <a:blip r:embed="rId5"/>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Freeform 10">
            <a:extLst>
              <a:ext uri="{C183D7F6-B498-43B3-948B-1728B52AA6E4}">
                <adec:decorative xmlns:adec="http://schemas.microsoft.com/office/drawing/2017/decorative" val="1"/>
              </a:ext>
            </a:extLst>
          </p:cNvPr>
          <p:cNvSpPr/>
          <p:nvPr/>
        </p:nvSpPr>
        <p:spPr>
          <a:xfrm rot="-1206365">
            <a:off x="10608643" y="5427095"/>
            <a:ext cx="1287195" cy="1287195"/>
          </a:xfrm>
          <a:custGeom>
            <a:avLst/>
            <a:gdLst/>
            <a:ahLst/>
            <a:cxnLst/>
            <a:rect l="l" t="t" r="r" b="b"/>
            <a:pathLst>
              <a:path w="1930792" h="1930792">
                <a:moveTo>
                  <a:pt x="0" y="0"/>
                </a:moveTo>
                <a:lnTo>
                  <a:pt x="1930792" y="0"/>
                </a:lnTo>
                <a:lnTo>
                  <a:pt x="1930792" y="1930792"/>
                </a:lnTo>
                <a:lnTo>
                  <a:pt x="0" y="1930792"/>
                </a:lnTo>
                <a:lnTo>
                  <a:pt x="0" y="0"/>
                </a:lnTo>
                <a:close/>
              </a:path>
            </a:pathLst>
          </a:custGeom>
          <a:blipFill>
            <a:blip r:embed="rId6"/>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1" name="TextBox 11"/>
          <p:cNvSpPr txBox="1"/>
          <p:nvPr/>
        </p:nvSpPr>
        <p:spPr>
          <a:xfrm>
            <a:off x="472375" y="2226238"/>
            <a:ext cx="9552737" cy="3349763"/>
          </a:xfrm>
          <a:prstGeom prst="rect">
            <a:avLst/>
          </a:prstGeom>
        </p:spPr>
        <p:txBody>
          <a:bodyPr lIns="0" tIns="0" rIns="0" bIns="0" rtlCol="0" anchor="t">
            <a:spAutoFit/>
          </a:bodyPr>
          <a:lstStyle/>
          <a:p>
            <a:pPr marL="0" marR="0" lvl="0" indent="0" algn="l" defTabSz="609630" rtl="0" eaLnBrk="1" fontAlgn="auto" latinLnBrk="0" hangingPunct="1">
              <a:lnSpc>
                <a:spcPts val="3267"/>
              </a:lnSpc>
              <a:spcBef>
                <a:spcPts val="0"/>
              </a:spcBef>
              <a:spcAft>
                <a:spcPts val="0"/>
              </a:spcAft>
              <a:buClrTx/>
              <a:buSzTx/>
              <a:buFontTx/>
              <a:buNone/>
              <a:tabLst/>
              <a:defRPr/>
            </a:pPr>
            <a:r>
              <a:rPr kumimoji="0" lang="en-GB" sz="2400" b="0" i="0" u="none" strike="noStrike" kern="1200" cap="none" spc="0" normalizeH="0" baseline="0" noProof="0" dirty="0">
                <a:ln>
                  <a:noFill/>
                </a:ln>
                <a:solidFill>
                  <a:prstClr val="black"/>
                </a:solidFill>
                <a:effectLst/>
                <a:uLnTx/>
                <a:uFillTx/>
                <a:ea typeface="+mn-ea"/>
                <a:cs typeface="Arial" panose="020B0604020202020204" pitchFamily="34" charset="0"/>
              </a:rPr>
              <a:t>A first year Mathematics student who has developed strong numerical skills and the ability to analyse, interpret and examine data from university study. </a:t>
            </a:r>
            <a:r>
              <a:rPr kumimoji="0" lang="en-GB" sz="2400" b="0" i="0" u="none" strike="noStrike" kern="1200" cap="none" spc="0" normalizeH="0" baseline="0" noProof="0" dirty="0">
                <a:ln>
                  <a:noFill/>
                </a:ln>
                <a:solidFill>
                  <a:prstClr val="black">
                    <a:lumMod val="95000"/>
                    <a:lumOff val="5000"/>
                  </a:prstClr>
                </a:solidFill>
                <a:effectLst/>
                <a:uLnTx/>
                <a:uFillTx/>
                <a:ea typeface="+mn-ea"/>
                <a:cs typeface="Arial" panose="020B0604020202020204" pitchFamily="34" charset="0"/>
              </a:rPr>
              <a:t>Work experience in accountancy and job roles within the retail and hospitality sectors have developed commercial awareness and business acumen, together with strong customer service and teamworking skills. Now seeking a role in Business Intelligence and Strategy, with a focus on data visualisation and extraction. </a:t>
            </a:r>
          </a:p>
          <a:p>
            <a:pPr marL="0" marR="0" lvl="0" indent="0" algn="l" defTabSz="609630" rtl="0" eaLnBrk="1" fontAlgn="auto" latinLnBrk="0" hangingPunct="1">
              <a:lnSpc>
                <a:spcPts val="3267"/>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2" name="Lightning Bolt 11">
            <a:extLst>
              <a:ext uri="{FF2B5EF4-FFF2-40B4-BE49-F238E27FC236}">
                <a16:creationId xmlns:a16="http://schemas.microsoft.com/office/drawing/2014/main" id="{B9B81D99-8E54-CA02-D461-DCAE80A50276}"/>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white"/>
              </a:solidFill>
              <a:effectLst/>
              <a:uLnTx/>
              <a:uFillTx/>
              <a:latin typeface="Calibri"/>
              <a:ea typeface="+mn-ea"/>
              <a:cs typeface="+mn-cs"/>
            </a:endParaRPr>
          </a:p>
        </p:txBody>
      </p:sp>
      <p:sp>
        <p:nvSpPr>
          <p:cNvPr id="13" name="Lightning Bolt 12">
            <a:extLst>
              <a:ext uri="{FF2B5EF4-FFF2-40B4-BE49-F238E27FC236}">
                <a16:creationId xmlns:a16="http://schemas.microsoft.com/office/drawing/2014/main" id="{586944FC-5BA3-4940-CD36-2D44A7E376DC}"/>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white"/>
              </a:solidFill>
              <a:effectLst/>
              <a:uLnTx/>
              <a:uFillTx/>
              <a:latin typeface="Calibri"/>
              <a:ea typeface="+mn-ea"/>
              <a:cs typeface="+mn-cs"/>
            </a:endParaRPr>
          </a:p>
        </p:txBody>
      </p:sp>
      <p:sp>
        <p:nvSpPr>
          <p:cNvPr id="14" name="Lightning Bolt 13">
            <a:extLst>
              <a:ext uri="{FF2B5EF4-FFF2-40B4-BE49-F238E27FC236}">
                <a16:creationId xmlns:a16="http://schemas.microsoft.com/office/drawing/2014/main" id="{33A84611-0562-819A-943B-E598763E05FF}"/>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white"/>
              </a:solidFill>
              <a:effectLst/>
              <a:uLnTx/>
              <a:uFillTx/>
              <a:latin typeface="Calibri"/>
              <a:ea typeface="+mn-ea"/>
              <a:cs typeface="+mn-cs"/>
            </a:endParaRPr>
          </a:p>
        </p:txBody>
      </p:sp>
      <p:sp>
        <p:nvSpPr>
          <p:cNvPr id="15" name="Lightning Bolt 14">
            <a:extLst>
              <a:ext uri="{FF2B5EF4-FFF2-40B4-BE49-F238E27FC236}">
                <a16:creationId xmlns:a16="http://schemas.microsoft.com/office/drawing/2014/main" id="{29236A5E-28C8-FBB6-5CBB-38ACD3087C78}"/>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white"/>
              </a:solidFill>
              <a:effectLst/>
              <a:uLnTx/>
              <a:uFillTx/>
              <a:latin typeface="Calibri"/>
              <a:ea typeface="+mn-ea"/>
              <a:cs typeface="+mn-cs"/>
            </a:endParaRPr>
          </a:p>
        </p:txBody>
      </p:sp>
      <p:sp>
        <p:nvSpPr>
          <p:cNvPr id="16" name="Lightning Bolt 15">
            <a:extLst>
              <a:ext uri="{FF2B5EF4-FFF2-40B4-BE49-F238E27FC236}">
                <a16:creationId xmlns:a16="http://schemas.microsoft.com/office/drawing/2014/main" id="{DA9630B8-D7B3-882C-D074-20EB49715A44}"/>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white"/>
              </a:solidFill>
              <a:effectLst/>
              <a:uLnTx/>
              <a:uFillTx/>
              <a:latin typeface="Calibri"/>
              <a:ea typeface="+mn-ea"/>
              <a:cs typeface="+mn-cs"/>
            </a:endParaRPr>
          </a:p>
        </p:txBody>
      </p:sp>
      <p:sp>
        <p:nvSpPr>
          <p:cNvPr id="17" name="Lightning Bolt 16">
            <a:extLst>
              <a:ext uri="{FF2B5EF4-FFF2-40B4-BE49-F238E27FC236}">
                <a16:creationId xmlns:a16="http://schemas.microsoft.com/office/drawing/2014/main" id="{1BE41B55-86E6-B3DC-C0AF-E7180BC848A4}"/>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white"/>
              </a:solidFill>
              <a:effectLst/>
              <a:uLnTx/>
              <a:uFillTx/>
              <a:latin typeface="Calibri"/>
              <a:ea typeface="+mn-ea"/>
              <a:cs typeface="+mn-cs"/>
            </a:endParaRPr>
          </a:p>
        </p:txBody>
      </p:sp>
    </p:spTree>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2">
            <a:extLst>
              <a:ext uri="{C183D7F6-B498-43B3-948B-1728B52AA6E4}">
                <adec:decorative xmlns:adec="http://schemas.microsoft.com/office/drawing/2017/decorative" val="1"/>
              </a:ext>
            </a:extLst>
          </p:cNvPr>
          <p:cNvGrpSpPr/>
          <p:nvPr/>
        </p:nvGrpSpPr>
        <p:grpSpPr>
          <a:xfrm>
            <a:off x="0" y="0"/>
            <a:ext cx="12192000" cy="1132558"/>
            <a:chOff x="0" y="0"/>
            <a:chExt cx="4816593" cy="447430"/>
          </a:xfrm>
        </p:grpSpPr>
        <p:sp>
          <p:nvSpPr>
            <p:cNvPr id="3" name="Freeform 3"/>
            <p:cNvSpPr/>
            <p:nvPr/>
          </p:nvSpPr>
          <p:spPr>
            <a:xfrm>
              <a:off x="0" y="0"/>
              <a:ext cx="4816592" cy="447430"/>
            </a:xfrm>
            <a:custGeom>
              <a:avLst/>
              <a:gdLst/>
              <a:ahLst/>
              <a:cxnLst/>
              <a:rect l="l" t="t" r="r" b="b"/>
              <a:pathLst>
                <a:path w="4816592" h="447430">
                  <a:moveTo>
                    <a:pt x="0" y="0"/>
                  </a:moveTo>
                  <a:lnTo>
                    <a:pt x="4816592" y="0"/>
                  </a:lnTo>
                  <a:lnTo>
                    <a:pt x="4816592" y="447430"/>
                  </a:lnTo>
                  <a:lnTo>
                    <a:pt x="0" y="447430"/>
                  </a:lnTo>
                  <a:close/>
                </a:path>
              </a:pathLst>
            </a:custGeom>
            <a:solidFill>
              <a:srgbClr val="FFCD00"/>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p:cNvSpPr txBox="1"/>
            <p:nvPr/>
          </p:nvSpPr>
          <p:spPr>
            <a:xfrm>
              <a:off x="0" y="-47625"/>
              <a:ext cx="812800" cy="860425"/>
            </a:xfrm>
            <a:prstGeom prst="rect">
              <a:avLst/>
            </a:prstGeom>
          </p:spPr>
          <p:txBody>
            <a:bodyPr lIns="33867" tIns="33867" rIns="33867" bIns="33867" rtlCol="0" anchor="ctr"/>
            <a:lstStyle/>
            <a:p>
              <a:pPr marL="0" marR="0" lvl="0" indent="0" algn="ctr" defTabSz="609630" rtl="0" eaLnBrk="1" fontAlgn="auto" latinLnBrk="0" hangingPunct="1">
                <a:lnSpc>
                  <a:spcPts val="1773"/>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Freeform 5">
            <a:extLst>
              <a:ext uri="{C183D7F6-B498-43B3-948B-1728B52AA6E4}">
                <adec:decorative xmlns:adec="http://schemas.microsoft.com/office/drawing/2017/decorative" val="1"/>
              </a:ext>
            </a:extLst>
          </p:cNvPr>
          <p:cNvSpPr/>
          <p:nvPr/>
        </p:nvSpPr>
        <p:spPr>
          <a:xfrm>
            <a:off x="10541158" y="121084"/>
            <a:ext cx="1505150" cy="903090"/>
          </a:xfrm>
          <a:custGeom>
            <a:avLst/>
            <a:gdLst/>
            <a:ahLst/>
            <a:cxnLst/>
            <a:rect l="l" t="t" r="r" b="b"/>
            <a:pathLst>
              <a:path w="2257725" h="1354635">
                <a:moveTo>
                  <a:pt x="0" y="0"/>
                </a:moveTo>
                <a:lnTo>
                  <a:pt x="2257726" y="0"/>
                </a:lnTo>
                <a:lnTo>
                  <a:pt x="2257726" y="1354635"/>
                </a:lnTo>
                <a:lnTo>
                  <a:pt x="0" y="1354635"/>
                </a:lnTo>
                <a:lnTo>
                  <a:pt x="0" y="0"/>
                </a:lnTo>
                <a:close/>
              </a:path>
            </a:pathLst>
          </a:custGeom>
          <a:blipFill>
            <a:blip r:embed="rId3"/>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Freeform 6">
            <a:extLst>
              <a:ext uri="{C183D7F6-B498-43B3-948B-1728B52AA6E4}">
                <adec:decorative xmlns:adec="http://schemas.microsoft.com/office/drawing/2017/decorative" val="1"/>
              </a:ext>
            </a:extLst>
          </p:cNvPr>
          <p:cNvSpPr/>
          <p:nvPr/>
        </p:nvSpPr>
        <p:spPr>
          <a:xfrm>
            <a:off x="301635" y="192267"/>
            <a:ext cx="1886212" cy="721277"/>
          </a:xfrm>
          <a:custGeom>
            <a:avLst/>
            <a:gdLst/>
            <a:ahLst/>
            <a:cxnLst/>
            <a:rect l="l" t="t" r="r" b="b"/>
            <a:pathLst>
              <a:path w="2829318" h="1081916">
                <a:moveTo>
                  <a:pt x="0" y="0"/>
                </a:moveTo>
                <a:lnTo>
                  <a:pt x="2829319" y="0"/>
                </a:lnTo>
                <a:lnTo>
                  <a:pt x="2829319" y="1081916"/>
                </a:lnTo>
                <a:lnTo>
                  <a:pt x="0" y="1081916"/>
                </a:lnTo>
                <a:lnTo>
                  <a:pt x="0" y="0"/>
                </a:lnTo>
                <a:close/>
              </a:path>
            </a:pathLst>
          </a:custGeom>
          <a:blipFill>
            <a:blip r:embed="rId4"/>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AutoShape 7">
            <a:extLst>
              <a:ext uri="{C183D7F6-B498-43B3-948B-1728B52AA6E4}">
                <adec:decorative xmlns:adec="http://schemas.microsoft.com/office/drawing/2017/decorative" val="1"/>
              </a:ext>
            </a:extLst>
          </p:cNvPr>
          <p:cNvSpPr/>
          <p:nvPr/>
        </p:nvSpPr>
        <p:spPr>
          <a:xfrm flipV="1">
            <a:off x="10407573" y="217679"/>
            <a:ext cx="0" cy="697201"/>
          </a:xfrm>
          <a:prstGeom prst="line">
            <a:avLst/>
          </a:prstGeom>
          <a:ln w="76200" cap="flat">
            <a:solidFill>
              <a:srgbClr val="000000"/>
            </a:solidFill>
            <a:prstDash val="solid"/>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Box 8"/>
          <p:cNvSpPr txBox="1">
            <a:spLocks noGrp="1"/>
          </p:cNvSpPr>
          <p:nvPr>
            <p:ph type="title" idx="4294967295"/>
          </p:nvPr>
        </p:nvSpPr>
        <p:spPr>
          <a:xfrm>
            <a:off x="1" y="1389592"/>
            <a:ext cx="9553575" cy="809261"/>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ts val="7150"/>
              </a:lnSpc>
              <a:spcBef>
                <a:spcPts val="0"/>
              </a:spcBef>
              <a:defRPr/>
            </a:pPr>
            <a:r>
              <a:rPr lang="en-US" sz="4000" b="1" dirty="0">
                <a:solidFill>
                  <a:srgbClr val="000000"/>
                </a:solidFill>
                <a:latin typeface="Arial" panose="020B0604020202020204" pitchFamily="34" charset="0"/>
                <a:ea typeface="+mn-ea"/>
                <a:cs typeface="Arial" panose="020B0604020202020204" pitchFamily="34" charset="0"/>
              </a:rPr>
              <a:t>What does a good profile look like?</a:t>
            </a:r>
          </a:p>
        </p:txBody>
      </p:sp>
      <p:sp>
        <p:nvSpPr>
          <p:cNvPr id="9" name="Freeform 9">
            <a:extLst>
              <a:ext uri="{C183D7F6-B498-43B3-948B-1728B52AA6E4}">
                <adec:decorative xmlns:adec="http://schemas.microsoft.com/office/drawing/2017/decorative" val="1"/>
              </a:ext>
            </a:extLst>
          </p:cNvPr>
          <p:cNvSpPr/>
          <p:nvPr/>
        </p:nvSpPr>
        <p:spPr>
          <a:xfrm rot="-1180910">
            <a:off x="10775186" y="3992812"/>
            <a:ext cx="1285839" cy="1285839"/>
          </a:xfrm>
          <a:custGeom>
            <a:avLst/>
            <a:gdLst/>
            <a:ahLst/>
            <a:cxnLst/>
            <a:rect l="l" t="t" r="r" b="b"/>
            <a:pathLst>
              <a:path w="1928759" h="1928759">
                <a:moveTo>
                  <a:pt x="0" y="0"/>
                </a:moveTo>
                <a:lnTo>
                  <a:pt x="1928759" y="0"/>
                </a:lnTo>
                <a:lnTo>
                  <a:pt x="1928759" y="1928759"/>
                </a:lnTo>
                <a:lnTo>
                  <a:pt x="0" y="1928759"/>
                </a:lnTo>
                <a:lnTo>
                  <a:pt x="0" y="0"/>
                </a:lnTo>
                <a:close/>
              </a:path>
            </a:pathLst>
          </a:custGeom>
          <a:blipFill>
            <a:blip r:embed="rId5"/>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Freeform 10">
            <a:extLst>
              <a:ext uri="{C183D7F6-B498-43B3-948B-1728B52AA6E4}">
                <adec:decorative xmlns:adec="http://schemas.microsoft.com/office/drawing/2017/decorative" val="1"/>
              </a:ext>
            </a:extLst>
          </p:cNvPr>
          <p:cNvSpPr/>
          <p:nvPr/>
        </p:nvSpPr>
        <p:spPr>
          <a:xfrm rot="-1206365">
            <a:off x="10608643" y="5427095"/>
            <a:ext cx="1287195" cy="1287195"/>
          </a:xfrm>
          <a:custGeom>
            <a:avLst/>
            <a:gdLst/>
            <a:ahLst/>
            <a:cxnLst/>
            <a:rect l="l" t="t" r="r" b="b"/>
            <a:pathLst>
              <a:path w="1930792" h="1930792">
                <a:moveTo>
                  <a:pt x="0" y="0"/>
                </a:moveTo>
                <a:lnTo>
                  <a:pt x="1930792" y="0"/>
                </a:lnTo>
                <a:lnTo>
                  <a:pt x="1930792" y="1930792"/>
                </a:lnTo>
                <a:lnTo>
                  <a:pt x="0" y="1930792"/>
                </a:lnTo>
                <a:lnTo>
                  <a:pt x="0" y="0"/>
                </a:lnTo>
                <a:close/>
              </a:path>
            </a:pathLst>
          </a:custGeom>
          <a:blipFill>
            <a:blip r:embed="rId6"/>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1" name="TextBox 11"/>
          <p:cNvSpPr txBox="1"/>
          <p:nvPr/>
        </p:nvSpPr>
        <p:spPr>
          <a:xfrm>
            <a:off x="472375" y="2226238"/>
            <a:ext cx="9552737" cy="3781933"/>
          </a:xfrm>
          <a:prstGeom prst="rect">
            <a:avLst/>
          </a:prstGeom>
        </p:spPr>
        <p:txBody>
          <a:bodyPr lIns="0" tIns="0" rIns="0" bIns="0" rtlCol="0" anchor="t">
            <a:spAutoFit/>
          </a:bodyPr>
          <a:lstStyle/>
          <a:p>
            <a:pPr marL="0" marR="0" lvl="0" indent="0" algn="l" defTabSz="609630" rtl="0" eaLnBrk="1" fontAlgn="auto" latinLnBrk="0" hangingPunct="1">
              <a:lnSpc>
                <a:spcPts val="3267"/>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0" marR="0" lvl="0" indent="0" algn="l" defTabSz="609630" rtl="0" eaLnBrk="1" fontAlgn="auto" latinLnBrk="0" hangingPunct="1">
              <a:lnSpc>
                <a:spcPts val="3267"/>
              </a:lnSpc>
              <a:spcBef>
                <a:spcPts val="0"/>
              </a:spcBef>
              <a:spcAft>
                <a:spcPts val="0"/>
              </a:spcAft>
              <a:buClrTx/>
              <a:buSzTx/>
              <a:buFontTx/>
              <a:buNone/>
              <a:tabLst/>
              <a:defRPr/>
            </a:pPr>
            <a:r>
              <a:rPr kumimoji="0" lang="en-GB" sz="2400" b="0" i="0" u="none" strike="noStrike" kern="1200" cap="none" spc="0" normalizeH="0" baseline="0" noProof="0" dirty="0">
                <a:ln>
                  <a:noFill/>
                </a:ln>
                <a:solidFill>
                  <a:prstClr val="black"/>
                </a:solidFill>
                <a:effectLst/>
                <a:uLnTx/>
                <a:uFillTx/>
                <a:ea typeface="+mn-ea"/>
                <a:cs typeface="Arial" panose="020B0604020202020204" pitchFamily="34" charset="0"/>
              </a:rPr>
              <a:t>A first year Mathematics student who has developed strong numerical skills and the ability to analyse, interpret and examine data from university study. </a:t>
            </a:r>
            <a:r>
              <a:rPr kumimoji="0" lang="en-GB" sz="2400" b="0" i="0" u="none" strike="noStrike" kern="1200" cap="none" spc="0" normalizeH="0" baseline="0" noProof="0" dirty="0">
                <a:ln>
                  <a:noFill/>
                </a:ln>
                <a:solidFill>
                  <a:srgbClr val="FF0000"/>
                </a:solidFill>
                <a:effectLst/>
                <a:uLnTx/>
                <a:uFillTx/>
                <a:ea typeface="+mn-ea"/>
                <a:cs typeface="Arial" panose="020B0604020202020204" pitchFamily="34" charset="0"/>
              </a:rPr>
              <a:t>Work experience in accountancy and job roles within the retail and hospitality sectors have developed commercial awareness and business acumen, together with strong customer service and teamworking skills. </a:t>
            </a:r>
            <a:r>
              <a:rPr kumimoji="0" lang="en-GB" sz="2400" b="0" i="0" u="none" strike="noStrike" kern="1200" cap="none" spc="0" normalizeH="0" baseline="0" noProof="0" dirty="0">
                <a:ln>
                  <a:noFill/>
                </a:ln>
                <a:solidFill>
                  <a:srgbClr val="4F81BD"/>
                </a:solidFill>
                <a:effectLst/>
                <a:uLnTx/>
                <a:uFillTx/>
                <a:ea typeface="+mn-ea"/>
                <a:cs typeface="Arial" panose="020B0604020202020204" pitchFamily="34" charset="0"/>
              </a:rPr>
              <a:t>Now seeking a role in Business Intelligence and Strategy, with a focus on data visualisation and extraction. </a:t>
            </a:r>
          </a:p>
          <a:p>
            <a:pPr marL="0" marR="0" lvl="0" indent="0" algn="l" defTabSz="609630" rtl="0" eaLnBrk="1" fontAlgn="auto" latinLnBrk="0" hangingPunct="1">
              <a:lnSpc>
                <a:spcPts val="3267"/>
              </a:lnSpc>
              <a:spcBef>
                <a:spcPts val="0"/>
              </a:spcBef>
              <a:spcAft>
                <a:spcPts val="0"/>
              </a:spcAft>
              <a:buClrTx/>
              <a:buSzTx/>
              <a:buFontTx/>
              <a:buNone/>
              <a:tabLst/>
              <a:defRPr/>
            </a:pPr>
            <a:endParaRPr kumimoji="0" lang="en-US" sz="2333" b="0" i="0" u="none" strike="noStrike" kern="1200" cap="none" spc="0" normalizeH="0" baseline="0" noProof="0" dirty="0">
              <a:ln>
                <a:noFill/>
              </a:ln>
              <a:solidFill>
                <a:srgbClr val="000000"/>
              </a:solidFill>
              <a:effectLst/>
              <a:uLnTx/>
              <a:uFillTx/>
              <a:latin typeface="Arimo"/>
              <a:ea typeface="+mn-ea"/>
              <a:cs typeface="+mn-cs"/>
            </a:endParaRPr>
          </a:p>
        </p:txBody>
      </p:sp>
      <p:sp>
        <p:nvSpPr>
          <p:cNvPr id="12" name="Lightning Bolt 11">
            <a:extLst>
              <a:ext uri="{FF2B5EF4-FFF2-40B4-BE49-F238E27FC236}">
                <a16:creationId xmlns:a16="http://schemas.microsoft.com/office/drawing/2014/main" id="{B9B81D99-8E54-CA02-D461-DCAE80A50276}"/>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white"/>
              </a:solidFill>
              <a:effectLst/>
              <a:uLnTx/>
              <a:uFillTx/>
              <a:latin typeface="Calibri"/>
              <a:ea typeface="+mn-ea"/>
              <a:cs typeface="+mn-cs"/>
            </a:endParaRPr>
          </a:p>
        </p:txBody>
      </p:sp>
      <p:sp>
        <p:nvSpPr>
          <p:cNvPr id="13" name="Lightning Bolt 12">
            <a:extLst>
              <a:ext uri="{FF2B5EF4-FFF2-40B4-BE49-F238E27FC236}">
                <a16:creationId xmlns:a16="http://schemas.microsoft.com/office/drawing/2014/main" id="{586944FC-5BA3-4940-CD36-2D44A7E376DC}"/>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white"/>
              </a:solidFill>
              <a:effectLst/>
              <a:uLnTx/>
              <a:uFillTx/>
              <a:latin typeface="Calibri"/>
              <a:ea typeface="+mn-ea"/>
              <a:cs typeface="+mn-cs"/>
            </a:endParaRPr>
          </a:p>
        </p:txBody>
      </p:sp>
      <p:sp>
        <p:nvSpPr>
          <p:cNvPr id="14" name="Lightning Bolt 13">
            <a:extLst>
              <a:ext uri="{FF2B5EF4-FFF2-40B4-BE49-F238E27FC236}">
                <a16:creationId xmlns:a16="http://schemas.microsoft.com/office/drawing/2014/main" id="{33A84611-0562-819A-943B-E598763E05FF}"/>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white"/>
              </a:solidFill>
              <a:effectLst/>
              <a:uLnTx/>
              <a:uFillTx/>
              <a:latin typeface="Calibri"/>
              <a:ea typeface="+mn-ea"/>
              <a:cs typeface="+mn-cs"/>
            </a:endParaRPr>
          </a:p>
        </p:txBody>
      </p:sp>
      <p:sp>
        <p:nvSpPr>
          <p:cNvPr id="15" name="Lightning Bolt 14">
            <a:extLst>
              <a:ext uri="{FF2B5EF4-FFF2-40B4-BE49-F238E27FC236}">
                <a16:creationId xmlns:a16="http://schemas.microsoft.com/office/drawing/2014/main" id="{29236A5E-28C8-FBB6-5CBB-38ACD3087C78}"/>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white"/>
              </a:solidFill>
              <a:effectLst/>
              <a:uLnTx/>
              <a:uFillTx/>
              <a:latin typeface="Calibri"/>
              <a:ea typeface="+mn-ea"/>
              <a:cs typeface="+mn-cs"/>
            </a:endParaRPr>
          </a:p>
        </p:txBody>
      </p:sp>
      <p:sp>
        <p:nvSpPr>
          <p:cNvPr id="16" name="Lightning Bolt 15">
            <a:extLst>
              <a:ext uri="{FF2B5EF4-FFF2-40B4-BE49-F238E27FC236}">
                <a16:creationId xmlns:a16="http://schemas.microsoft.com/office/drawing/2014/main" id="{DA9630B8-D7B3-882C-D074-20EB49715A44}"/>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white"/>
              </a:solidFill>
              <a:effectLst/>
              <a:uLnTx/>
              <a:uFillTx/>
              <a:latin typeface="Calibri"/>
              <a:ea typeface="+mn-ea"/>
              <a:cs typeface="+mn-cs"/>
            </a:endParaRPr>
          </a:p>
        </p:txBody>
      </p:sp>
      <p:sp>
        <p:nvSpPr>
          <p:cNvPr id="17" name="Lightning Bolt 16">
            <a:extLst>
              <a:ext uri="{FF2B5EF4-FFF2-40B4-BE49-F238E27FC236}">
                <a16:creationId xmlns:a16="http://schemas.microsoft.com/office/drawing/2014/main" id="{1BE41B55-86E6-B3DC-C0AF-E7180BC848A4}"/>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white"/>
              </a:solidFill>
              <a:effectLst/>
              <a:uLnTx/>
              <a:uFillTx/>
              <a:latin typeface="Calibri"/>
              <a:ea typeface="+mn-ea"/>
              <a:cs typeface="+mn-cs"/>
            </a:endParaRPr>
          </a:p>
        </p:txBody>
      </p:sp>
    </p:spTree>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C6057-3F26-CD36-03C4-31879EF2E2C1}"/>
              </a:ext>
            </a:extLst>
          </p:cNvPr>
          <p:cNvSpPr>
            <a:spLocks noGrp="1"/>
          </p:cNvSpPr>
          <p:nvPr>
            <p:ph type="title"/>
          </p:nvPr>
        </p:nvSpPr>
        <p:spPr>
          <a:xfrm>
            <a:off x="838200" y="1290411"/>
            <a:ext cx="10515600" cy="1325563"/>
          </a:xfrm>
        </p:spPr>
        <p:txBody>
          <a:bodyPr>
            <a:normAutofit/>
          </a:bodyPr>
          <a:lstStyle/>
          <a:p>
            <a:r>
              <a:rPr lang="en-GB" sz="3600" b="1" dirty="0">
                <a:latin typeface="Arial"/>
                <a:cs typeface="Calibri Light"/>
              </a:rPr>
              <a:t>Add slide title here</a:t>
            </a:r>
            <a:endParaRPr lang="en-GB" sz="4000" b="1" dirty="0">
              <a:latin typeface="Arial"/>
              <a:cs typeface="Arial"/>
            </a:endParaRPr>
          </a:p>
        </p:txBody>
      </p:sp>
      <p:sp>
        <p:nvSpPr>
          <p:cNvPr id="3" name="Content Placeholder 2">
            <a:extLst>
              <a:ext uri="{FF2B5EF4-FFF2-40B4-BE49-F238E27FC236}">
                <a16:creationId xmlns:a16="http://schemas.microsoft.com/office/drawing/2014/main" id="{A00EDA1A-AF48-12D6-74F7-C71974617674}"/>
              </a:ext>
            </a:extLst>
          </p:cNvPr>
          <p:cNvSpPr>
            <a:spLocks noGrp="1"/>
          </p:cNvSpPr>
          <p:nvPr>
            <p:ph idx="1"/>
          </p:nvPr>
        </p:nvSpPr>
        <p:spPr>
          <a:xfrm>
            <a:off x="838200" y="2487839"/>
            <a:ext cx="10515600" cy="3689124"/>
          </a:xfrm>
        </p:spPr>
        <p:txBody>
          <a:bodyPr vert="horz" lIns="91440" tIns="45720" rIns="91440" bIns="45720" rtlCol="0" anchor="t">
            <a:normAutofit/>
          </a:bodyPr>
          <a:lstStyle/>
          <a:p>
            <a:pPr marL="0" indent="0">
              <a:buNone/>
            </a:pPr>
            <a:r>
              <a:rPr lang="en-GB" dirty="0">
                <a:latin typeface="Arial"/>
                <a:cs typeface="Calibri" panose="020F0502020204030204"/>
              </a:rPr>
              <a:t>Add text here</a:t>
            </a:r>
            <a:endParaRPr lang="en-US" dirty="0">
              <a:latin typeface="Arial"/>
              <a:cs typeface="Arial"/>
            </a:endParaRPr>
          </a:p>
          <a:p>
            <a:pPr marL="0" indent="0">
              <a:buNone/>
            </a:pPr>
            <a:endParaRPr lang="en-GB" dirty="0">
              <a:latin typeface="Arial"/>
              <a:cs typeface="Calibri" panose="020F0502020204030204"/>
            </a:endParaRPr>
          </a:p>
        </p:txBody>
      </p:sp>
      <p:pic>
        <p:nvPicPr>
          <p:cNvPr id="5" name="Picture 4">
            <a:extLst>
              <a:ext uri="{FF2B5EF4-FFF2-40B4-BE49-F238E27FC236}">
                <a16:creationId xmlns:a16="http://schemas.microsoft.com/office/drawing/2014/main" id="{5441AB31-2DBA-4AAF-AA35-9EF806A5ADC5}"/>
              </a:ext>
            </a:extLst>
          </p:cNvPr>
          <p:cNvPicPr>
            <a:picLocks noChangeAspect="1"/>
          </p:cNvPicPr>
          <p:nvPr/>
        </p:nvPicPr>
        <p:blipFill>
          <a:blip r:embed="rId4"/>
          <a:stretch>
            <a:fillRect/>
          </a:stretch>
        </p:blipFill>
        <p:spPr>
          <a:xfrm>
            <a:off x="0" y="0"/>
            <a:ext cx="12192000" cy="6858000"/>
          </a:xfrm>
          <a:prstGeom prst="rect">
            <a:avLst/>
          </a:prstGeom>
        </p:spPr>
      </p:pic>
    </p:spTree>
    <p:extLst>
      <p:ext uri="{BB962C8B-B14F-4D97-AF65-F5344CB8AC3E}">
        <p14:creationId xmlns:p14="http://schemas.microsoft.com/office/powerpoint/2010/main" val="1781694230"/>
      </p:ext>
    </p:extLst>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C6057-3F26-CD36-03C4-31879EF2E2C1}"/>
              </a:ext>
            </a:extLst>
          </p:cNvPr>
          <p:cNvSpPr>
            <a:spLocks noGrp="1"/>
          </p:cNvSpPr>
          <p:nvPr>
            <p:ph type="title"/>
          </p:nvPr>
        </p:nvSpPr>
        <p:spPr>
          <a:xfrm>
            <a:off x="838200" y="1290411"/>
            <a:ext cx="10515600" cy="1325563"/>
          </a:xfrm>
        </p:spPr>
        <p:txBody>
          <a:bodyPr>
            <a:normAutofit/>
          </a:bodyPr>
          <a:lstStyle/>
          <a:p>
            <a:r>
              <a:rPr lang="en-GB" sz="3600" b="1" dirty="0">
                <a:latin typeface="Arial"/>
                <a:cs typeface="Calibri Light"/>
              </a:rPr>
              <a:t>Add slide title here</a:t>
            </a:r>
            <a:endParaRPr lang="en-GB" sz="4000" b="1" dirty="0">
              <a:latin typeface="Arial"/>
              <a:cs typeface="Arial"/>
            </a:endParaRPr>
          </a:p>
        </p:txBody>
      </p:sp>
      <p:sp>
        <p:nvSpPr>
          <p:cNvPr id="3" name="Content Placeholder 2">
            <a:extLst>
              <a:ext uri="{FF2B5EF4-FFF2-40B4-BE49-F238E27FC236}">
                <a16:creationId xmlns:a16="http://schemas.microsoft.com/office/drawing/2014/main" id="{A00EDA1A-AF48-12D6-74F7-C71974617674}"/>
              </a:ext>
            </a:extLst>
          </p:cNvPr>
          <p:cNvSpPr>
            <a:spLocks noGrp="1"/>
          </p:cNvSpPr>
          <p:nvPr>
            <p:ph idx="1"/>
          </p:nvPr>
        </p:nvSpPr>
        <p:spPr>
          <a:xfrm>
            <a:off x="838200" y="2487839"/>
            <a:ext cx="10515600" cy="3689124"/>
          </a:xfrm>
        </p:spPr>
        <p:txBody>
          <a:bodyPr vert="horz" lIns="91440" tIns="45720" rIns="91440" bIns="45720" rtlCol="0" anchor="t">
            <a:normAutofit/>
          </a:bodyPr>
          <a:lstStyle/>
          <a:p>
            <a:pPr marL="0" indent="0">
              <a:buNone/>
            </a:pPr>
            <a:r>
              <a:rPr lang="en-GB" dirty="0">
                <a:latin typeface="Arial"/>
                <a:cs typeface="Calibri" panose="020F0502020204030204"/>
              </a:rPr>
              <a:t>Add text here</a:t>
            </a:r>
            <a:endParaRPr lang="en-US" dirty="0">
              <a:latin typeface="Arial"/>
              <a:cs typeface="Arial"/>
            </a:endParaRPr>
          </a:p>
          <a:p>
            <a:pPr marL="0" indent="0">
              <a:buNone/>
            </a:pPr>
            <a:endParaRPr lang="en-GB" dirty="0">
              <a:latin typeface="Arial"/>
              <a:cs typeface="Calibri" panose="020F0502020204030204"/>
            </a:endParaRPr>
          </a:p>
        </p:txBody>
      </p:sp>
      <p:pic>
        <p:nvPicPr>
          <p:cNvPr id="5" name="Picture 4">
            <a:extLst>
              <a:ext uri="{FF2B5EF4-FFF2-40B4-BE49-F238E27FC236}">
                <a16:creationId xmlns:a16="http://schemas.microsoft.com/office/drawing/2014/main" id="{639B6DA8-402E-43F1-9BF0-31AEB81F52A7}"/>
              </a:ext>
            </a:extLst>
          </p:cNvPr>
          <p:cNvPicPr>
            <a:picLocks noChangeAspect="1"/>
          </p:cNvPicPr>
          <p:nvPr/>
        </p:nvPicPr>
        <p:blipFill>
          <a:blip r:embed="rId4"/>
          <a:stretch>
            <a:fillRect/>
          </a:stretch>
        </p:blipFill>
        <p:spPr>
          <a:xfrm>
            <a:off x="0" y="0"/>
            <a:ext cx="12192000" cy="6858000"/>
          </a:xfrm>
          <a:prstGeom prst="rect">
            <a:avLst/>
          </a:prstGeom>
        </p:spPr>
      </p:pic>
    </p:spTree>
    <p:extLst>
      <p:ext uri="{BB962C8B-B14F-4D97-AF65-F5344CB8AC3E}">
        <p14:creationId xmlns:p14="http://schemas.microsoft.com/office/powerpoint/2010/main" val="574080653"/>
      </p:ext>
    </p:extLst>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2">
            <a:extLst>
              <a:ext uri="{C183D7F6-B498-43B3-948B-1728B52AA6E4}">
                <adec:decorative xmlns:adec="http://schemas.microsoft.com/office/drawing/2017/decorative" val="1"/>
              </a:ext>
            </a:extLst>
          </p:cNvPr>
          <p:cNvGrpSpPr/>
          <p:nvPr/>
        </p:nvGrpSpPr>
        <p:grpSpPr>
          <a:xfrm>
            <a:off x="0" y="0"/>
            <a:ext cx="12192000" cy="1132558"/>
            <a:chOff x="0" y="0"/>
            <a:chExt cx="4816593" cy="447430"/>
          </a:xfrm>
        </p:grpSpPr>
        <p:sp>
          <p:nvSpPr>
            <p:cNvPr id="3" name="Freeform 3"/>
            <p:cNvSpPr/>
            <p:nvPr/>
          </p:nvSpPr>
          <p:spPr>
            <a:xfrm>
              <a:off x="0" y="0"/>
              <a:ext cx="4816592" cy="447430"/>
            </a:xfrm>
            <a:custGeom>
              <a:avLst/>
              <a:gdLst/>
              <a:ahLst/>
              <a:cxnLst/>
              <a:rect l="l" t="t" r="r" b="b"/>
              <a:pathLst>
                <a:path w="4816592" h="447430">
                  <a:moveTo>
                    <a:pt x="0" y="0"/>
                  </a:moveTo>
                  <a:lnTo>
                    <a:pt x="4816592" y="0"/>
                  </a:lnTo>
                  <a:lnTo>
                    <a:pt x="4816592" y="447430"/>
                  </a:lnTo>
                  <a:lnTo>
                    <a:pt x="0" y="447430"/>
                  </a:lnTo>
                  <a:close/>
                </a:path>
              </a:pathLst>
            </a:custGeom>
            <a:solidFill>
              <a:srgbClr val="FFCD00"/>
            </a:solidFill>
          </p:spPr>
          <p:txBody>
            <a:bodyPr/>
            <a:lstStyle/>
            <a:p>
              <a:endParaRPr lang="en-GB"/>
            </a:p>
          </p:txBody>
        </p:sp>
        <p:sp>
          <p:nvSpPr>
            <p:cNvPr id="4" name="TextBox 4"/>
            <p:cNvSpPr txBox="1"/>
            <p:nvPr/>
          </p:nvSpPr>
          <p:spPr>
            <a:xfrm>
              <a:off x="0" y="-47625"/>
              <a:ext cx="812800" cy="860425"/>
            </a:xfrm>
            <a:prstGeom prst="rect">
              <a:avLst/>
            </a:prstGeom>
          </p:spPr>
          <p:txBody>
            <a:bodyPr lIns="33867" tIns="33867" rIns="33867" bIns="33867" rtlCol="0" anchor="ctr"/>
            <a:lstStyle/>
            <a:p>
              <a:pPr algn="ctr" defTabSz="609630">
                <a:lnSpc>
                  <a:spcPts val="1773"/>
                </a:lnSpc>
              </a:pPr>
              <a:endParaRPr sz="1200">
                <a:solidFill>
                  <a:prstClr val="black"/>
                </a:solidFill>
                <a:latin typeface="Calibri"/>
              </a:endParaRPr>
            </a:p>
          </p:txBody>
        </p:sp>
      </p:grpSp>
      <p:sp>
        <p:nvSpPr>
          <p:cNvPr id="5" name="Freeform 5">
            <a:extLst>
              <a:ext uri="{C183D7F6-B498-43B3-948B-1728B52AA6E4}">
                <adec:decorative xmlns:adec="http://schemas.microsoft.com/office/drawing/2017/decorative" val="1"/>
              </a:ext>
            </a:extLst>
          </p:cNvPr>
          <p:cNvSpPr/>
          <p:nvPr/>
        </p:nvSpPr>
        <p:spPr>
          <a:xfrm>
            <a:off x="10541158" y="121084"/>
            <a:ext cx="1505150" cy="903090"/>
          </a:xfrm>
          <a:custGeom>
            <a:avLst/>
            <a:gdLst/>
            <a:ahLst/>
            <a:cxnLst/>
            <a:rect l="l" t="t" r="r" b="b"/>
            <a:pathLst>
              <a:path w="2257725" h="1354635">
                <a:moveTo>
                  <a:pt x="0" y="0"/>
                </a:moveTo>
                <a:lnTo>
                  <a:pt x="2257726" y="0"/>
                </a:lnTo>
                <a:lnTo>
                  <a:pt x="2257726" y="1354635"/>
                </a:lnTo>
                <a:lnTo>
                  <a:pt x="0" y="1354635"/>
                </a:lnTo>
                <a:lnTo>
                  <a:pt x="0" y="0"/>
                </a:lnTo>
                <a:close/>
              </a:path>
            </a:pathLst>
          </a:custGeom>
          <a:blipFill>
            <a:blip r:embed="rId3"/>
            <a:stretch>
              <a:fillRect/>
            </a:stretch>
          </a:blipFill>
        </p:spPr>
        <p:txBody>
          <a:bodyPr/>
          <a:lstStyle/>
          <a:p>
            <a:endParaRPr lang="en-GB"/>
          </a:p>
        </p:txBody>
      </p:sp>
      <p:sp>
        <p:nvSpPr>
          <p:cNvPr id="6" name="Freeform 6">
            <a:extLst>
              <a:ext uri="{C183D7F6-B498-43B3-948B-1728B52AA6E4}">
                <adec:decorative xmlns:adec="http://schemas.microsoft.com/office/drawing/2017/decorative" val="1"/>
              </a:ext>
            </a:extLst>
          </p:cNvPr>
          <p:cNvSpPr/>
          <p:nvPr/>
        </p:nvSpPr>
        <p:spPr>
          <a:xfrm>
            <a:off x="301635" y="192267"/>
            <a:ext cx="1886212" cy="721277"/>
          </a:xfrm>
          <a:custGeom>
            <a:avLst/>
            <a:gdLst/>
            <a:ahLst/>
            <a:cxnLst/>
            <a:rect l="l" t="t" r="r" b="b"/>
            <a:pathLst>
              <a:path w="2829318" h="1081916">
                <a:moveTo>
                  <a:pt x="0" y="0"/>
                </a:moveTo>
                <a:lnTo>
                  <a:pt x="2829319" y="0"/>
                </a:lnTo>
                <a:lnTo>
                  <a:pt x="2829319" y="1081916"/>
                </a:lnTo>
                <a:lnTo>
                  <a:pt x="0" y="1081916"/>
                </a:lnTo>
                <a:lnTo>
                  <a:pt x="0" y="0"/>
                </a:lnTo>
                <a:close/>
              </a:path>
            </a:pathLst>
          </a:custGeom>
          <a:blipFill>
            <a:blip r:embed="rId4"/>
            <a:stretch>
              <a:fillRect/>
            </a:stretch>
          </a:blipFill>
        </p:spPr>
        <p:txBody>
          <a:bodyPr/>
          <a:lstStyle/>
          <a:p>
            <a:endParaRPr lang="en-GB"/>
          </a:p>
        </p:txBody>
      </p:sp>
      <p:sp>
        <p:nvSpPr>
          <p:cNvPr id="7" name="AutoShape 7">
            <a:extLst>
              <a:ext uri="{C183D7F6-B498-43B3-948B-1728B52AA6E4}">
                <adec:decorative xmlns:adec="http://schemas.microsoft.com/office/drawing/2017/decorative" val="1"/>
              </a:ext>
            </a:extLst>
          </p:cNvPr>
          <p:cNvSpPr/>
          <p:nvPr/>
        </p:nvSpPr>
        <p:spPr>
          <a:xfrm flipV="1">
            <a:off x="10407573" y="217679"/>
            <a:ext cx="0" cy="697201"/>
          </a:xfrm>
          <a:prstGeom prst="line">
            <a:avLst/>
          </a:prstGeom>
          <a:ln w="76200" cap="flat">
            <a:solidFill>
              <a:srgbClr val="000000"/>
            </a:solidFill>
            <a:prstDash val="solid"/>
            <a:headEnd type="none" w="sm" len="sm"/>
            <a:tailEnd type="none" w="sm" len="sm"/>
          </a:ln>
        </p:spPr>
        <p:txBody>
          <a:bodyPr/>
          <a:lstStyle/>
          <a:p>
            <a:endParaRPr lang="en-GB"/>
          </a:p>
        </p:txBody>
      </p:sp>
      <p:sp>
        <p:nvSpPr>
          <p:cNvPr id="8" name="TextBox 8"/>
          <p:cNvSpPr txBox="1">
            <a:spLocks noGrp="1"/>
          </p:cNvSpPr>
          <p:nvPr>
            <p:ph type="title" idx="4294967295"/>
          </p:nvPr>
        </p:nvSpPr>
        <p:spPr>
          <a:xfrm>
            <a:off x="0" y="1132558"/>
            <a:ext cx="9553575" cy="827919"/>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ts val="7150"/>
              </a:lnSpc>
              <a:spcBef>
                <a:spcPts val="0"/>
              </a:spcBef>
              <a:defRPr/>
            </a:pPr>
            <a:r>
              <a:rPr lang="en-US" sz="4000" b="1" dirty="0">
                <a:solidFill>
                  <a:srgbClr val="000000"/>
                </a:solidFill>
                <a:ea typeface="+mn-ea"/>
                <a:cs typeface="+mn-cs"/>
              </a:rPr>
              <a:t>Skills- endorsements</a:t>
            </a:r>
          </a:p>
        </p:txBody>
      </p:sp>
      <p:sp>
        <p:nvSpPr>
          <p:cNvPr id="9" name="Freeform 9">
            <a:extLst>
              <a:ext uri="{C183D7F6-B498-43B3-948B-1728B52AA6E4}">
                <adec:decorative xmlns:adec="http://schemas.microsoft.com/office/drawing/2017/decorative" val="1"/>
              </a:ext>
            </a:extLst>
          </p:cNvPr>
          <p:cNvSpPr/>
          <p:nvPr/>
        </p:nvSpPr>
        <p:spPr>
          <a:xfrm rot="-1180910">
            <a:off x="10775186" y="3992812"/>
            <a:ext cx="1285839" cy="1285839"/>
          </a:xfrm>
          <a:custGeom>
            <a:avLst/>
            <a:gdLst/>
            <a:ahLst/>
            <a:cxnLst/>
            <a:rect l="l" t="t" r="r" b="b"/>
            <a:pathLst>
              <a:path w="1928759" h="1928759">
                <a:moveTo>
                  <a:pt x="0" y="0"/>
                </a:moveTo>
                <a:lnTo>
                  <a:pt x="1928759" y="0"/>
                </a:lnTo>
                <a:lnTo>
                  <a:pt x="1928759" y="1928759"/>
                </a:lnTo>
                <a:lnTo>
                  <a:pt x="0" y="1928759"/>
                </a:lnTo>
                <a:lnTo>
                  <a:pt x="0" y="0"/>
                </a:lnTo>
                <a:close/>
              </a:path>
            </a:pathLst>
          </a:custGeom>
          <a:blipFill>
            <a:blip r:embed="rId5"/>
            <a:stretch>
              <a:fillRect/>
            </a:stretch>
          </a:blipFill>
        </p:spPr>
        <p:txBody>
          <a:bodyPr/>
          <a:lstStyle/>
          <a:p>
            <a:endParaRPr lang="en-GB"/>
          </a:p>
        </p:txBody>
      </p:sp>
      <p:sp>
        <p:nvSpPr>
          <p:cNvPr id="10" name="Freeform 10">
            <a:extLst>
              <a:ext uri="{C183D7F6-B498-43B3-948B-1728B52AA6E4}">
                <adec:decorative xmlns:adec="http://schemas.microsoft.com/office/drawing/2017/decorative" val="1"/>
              </a:ext>
            </a:extLst>
          </p:cNvPr>
          <p:cNvSpPr/>
          <p:nvPr/>
        </p:nvSpPr>
        <p:spPr>
          <a:xfrm rot="-1206365">
            <a:off x="10608643" y="5427095"/>
            <a:ext cx="1287195" cy="1287195"/>
          </a:xfrm>
          <a:custGeom>
            <a:avLst/>
            <a:gdLst/>
            <a:ahLst/>
            <a:cxnLst/>
            <a:rect l="l" t="t" r="r" b="b"/>
            <a:pathLst>
              <a:path w="1930792" h="1930792">
                <a:moveTo>
                  <a:pt x="0" y="0"/>
                </a:moveTo>
                <a:lnTo>
                  <a:pt x="1930792" y="0"/>
                </a:lnTo>
                <a:lnTo>
                  <a:pt x="1930792" y="1930792"/>
                </a:lnTo>
                <a:lnTo>
                  <a:pt x="0" y="1930792"/>
                </a:lnTo>
                <a:lnTo>
                  <a:pt x="0" y="0"/>
                </a:lnTo>
                <a:close/>
              </a:path>
            </a:pathLst>
          </a:custGeom>
          <a:blipFill>
            <a:blip r:embed="rId6"/>
            <a:stretch>
              <a:fillRect/>
            </a:stretch>
          </a:blipFill>
        </p:spPr>
        <p:txBody>
          <a:bodyPr/>
          <a:lstStyle/>
          <a:p>
            <a:endParaRPr lang="en-GB"/>
          </a:p>
        </p:txBody>
      </p:sp>
      <p:sp>
        <p:nvSpPr>
          <p:cNvPr id="12" name="Lightning Bolt 11">
            <a:extLst>
              <a:ext uri="{FF2B5EF4-FFF2-40B4-BE49-F238E27FC236}">
                <a16:creationId xmlns:a16="http://schemas.microsoft.com/office/drawing/2014/main" id="{B9B81D99-8E54-CA02-D461-DCAE80A50276}"/>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en-GB" sz="1200">
              <a:solidFill>
                <a:prstClr val="white"/>
              </a:solidFill>
              <a:latin typeface="Calibri"/>
            </a:endParaRPr>
          </a:p>
        </p:txBody>
      </p:sp>
      <p:sp>
        <p:nvSpPr>
          <p:cNvPr id="13" name="Lightning Bolt 12">
            <a:extLst>
              <a:ext uri="{FF2B5EF4-FFF2-40B4-BE49-F238E27FC236}">
                <a16:creationId xmlns:a16="http://schemas.microsoft.com/office/drawing/2014/main" id="{586944FC-5BA3-4940-CD36-2D44A7E376DC}"/>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en-GB" sz="1200">
              <a:solidFill>
                <a:prstClr val="white"/>
              </a:solidFill>
              <a:latin typeface="Calibri"/>
            </a:endParaRPr>
          </a:p>
        </p:txBody>
      </p:sp>
      <p:sp>
        <p:nvSpPr>
          <p:cNvPr id="14" name="Lightning Bolt 13">
            <a:extLst>
              <a:ext uri="{FF2B5EF4-FFF2-40B4-BE49-F238E27FC236}">
                <a16:creationId xmlns:a16="http://schemas.microsoft.com/office/drawing/2014/main" id="{33A84611-0562-819A-943B-E598763E05FF}"/>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en-GB" sz="1200">
              <a:solidFill>
                <a:prstClr val="white"/>
              </a:solidFill>
              <a:latin typeface="Calibri"/>
            </a:endParaRPr>
          </a:p>
        </p:txBody>
      </p:sp>
      <p:sp>
        <p:nvSpPr>
          <p:cNvPr id="15" name="Lightning Bolt 14">
            <a:extLst>
              <a:ext uri="{FF2B5EF4-FFF2-40B4-BE49-F238E27FC236}">
                <a16:creationId xmlns:a16="http://schemas.microsoft.com/office/drawing/2014/main" id="{29236A5E-28C8-FBB6-5CBB-38ACD3087C78}"/>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en-GB" sz="1200">
              <a:solidFill>
                <a:prstClr val="white"/>
              </a:solidFill>
              <a:latin typeface="Calibri"/>
            </a:endParaRPr>
          </a:p>
        </p:txBody>
      </p:sp>
      <p:sp>
        <p:nvSpPr>
          <p:cNvPr id="16" name="Lightning Bolt 15">
            <a:extLst>
              <a:ext uri="{FF2B5EF4-FFF2-40B4-BE49-F238E27FC236}">
                <a16:creationId xmlns:a16="http://schemas.microsoft.com/office/drawing/2014/main" id="{DA9630B8-D7B3-882C-D074-20EB49715A44}"/>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en-GB" sz="1200">
              <a:solidFill>
                <a:prstClr val="white"/>
              </a:solidFill>
              <a:latin typeface="Calibri"/>
            </a:endParaRPr>
          </a:p>
        </p:txBody>
      </p:sp>
      <p:sp>
        <p:nvSpPr>
          <p:cNvPr id="17" name="Lightning Bolt 16">
            <a:extLst>
              <a:ext uri="{FF2B5EF4-FFF2-40B4-BE49-F238E27FC236}">
                <a16:creationId xmlns:a16="http://schemas.microsoft.com/office/drawing/2014/main" id="{1BE41B55-86E6-B3DC-C0AF-E7180BC848A4}"/>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en-GB" sz="1200">
              <a:solidFill>
                <a:prstClr val="white"/>
              </a:solidFill>
              <a:latin typeface="Calibri"/>
            </a:endParaRPr>
          </a:p>
        </p:txBody>
      </p:sp>
      <p:sp>
        <p:nvSpPr>
          <p:cNvPr id="18" name="Lightning Bolt 17">
            <a:extLst>
              <a:ext uri="{FF2B5EF4-FFF2-40B4-BE49-F238E27FC236}">
                <a16:creationId xmlns:a16="http://schemas.microsoft.com/office/drawing/2014/main" id="{02811C24-D0D9-1BC8-B16F-F7B8DE9A5FB8}"/>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en-GB" sz="1200">
              <a:solidFill>
                <a:prstClr val="white"/>
              </a:solidFill>
              <a:latin typeface="Calibri"/>
            </a:endParaRPr>
          </a:p>
        </p:txBody>
      </p:sp>
      <p:sp>
        <p:nvSpPr>
          <p:cNvPr id="19" name="Lightning Bolt 18">
            <a:extLst>
              <a:ext uri="{FF2B5EF4-FFF2-40B4-BE49-F238E27FC236}">
                <a16:creationId xmlns:a16="http://schemas.microsoft.com/office/drawing/2014/main" id="{5B22D6F6-DD9D-AFC1-A052-8927F2A3630A}"/>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en-GB" sz="1200">
              <a:solidFill>
                <a:prstClr val="white"/>
              </a:solidFill>
              <a:latin typeface="Calibri"/>
            </a:endParaRPr>
          </a:p>
        </p:txBody>
      </p:sp>
      <p:pic>
        <p:nvPicPr>
          <p:cNvPr id="20" name="Content Placeholder 6">
            <a:extLst>
              <a:ext uri="{FF2B5EF4-FFF2-40B4-BE49-F238E27FC236}">
                <a16:creationId xmlns:a16="http://schemas.microsoft.com/office/drawing/2014/main" id="{E7C2B149-9509-603A-6C64-9282FEC6CB6E}"/>
              </a:ext>
            </a:extLst>
          </p:cNvPr>
          <p:cNvPicPr>
            <a:picLocks noChangeAspect="1"/>
          </p:cNvPicPr>
          <p:nvPr/>
        </p:nvPicPr>
        <p:blipFill>
          <a:blip r:embed="rId7"/>
          <a:stretch>
            <a:fillRect/>
          </a:stretch>
        </p:blipFill>
        <p:spPr>
          <a:xfrm>
            <a:off x="531224" y="2057401"/>
            <a:ext cx="9902850" cy="3921443"/>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2">
            <a:extLst>
              <a:ext uri="{C183D7F6-B498-43B3-948B-1728B52AA6E4}">
                <adec:decorative xmlns:adec="http://schemas.microsoft.com/office/drawing/2017/decorative" val="1"/>
              </a:ext>
            </a:extLst>
          </p:cNvPr>
          <p:cNvGrpSpPr/>
          <p:nvPr/>
        </p:nvGrpSpPr>
        <p:grpSpPr>
          <a:xfrm>
            <a:off x="0" y="0"/>
            <a:ext cx="12192000" cy="1132558"/>
            <a:chOff x="0" y="0"/>
            <a:chExt cx="4816593" cy="447430"/>
          </a:xfrm>
        </p:grpSpPr>
        <p:sp>
          <p:nvSpPr>
            <p:cNvPr id="3" name="Freeform 3"/>
            <p:cNvSpPr/>
            <p:nvPr/>
          </p:nvSpPr>
          <p:spPr>
            <a:xfrm>
              <a:off x="0" y="0"/>
              <a:ext cx="4816592" cy="447430"/>
            </a:xfrm>
            <a:custGeom>
              <a:avLst/>
              <a:gdLst/>
              <a:ahLst/>
              <a:cxnLst/>
              <a:rect l="l" t="t" r="r" b="b"/>
              <a:pathLst>
                <a:path w="4816592" h="447430">
                  <a:moveTo>
                    <a:pt x="0" y="0"/>
                  </a:moveTo>
                  <a:lnTo>
                    <a:pt x="4816592" y="0"/>
                  </a:lnTo>
                  <a:lnTo>
                    <a:pt x="4816592" y="447430"/>
                  </a:lnTo>
                  <a:lnTo>
                    <a:pt x="0" y="447430"/>
                  </a:lnTo>
                  <a:close/>
                </a:path>
              </a:pathLst>
            </a:custGeom>
            <a:solidFill>
              <a:srgbClr val="FFCD00"/>
            </a:solidFill>
          </p:spPr>
          <p:txBody>
            <a:bodyPr/>
            <a:lstStyle/>
            <a:p>
              <a:endParaRPr lang="en-GB"/>
            </a:p>
          </p:txBody>
        </p:sp>
        <p:sp>
          <p:nvSpPr>
            <p:cNvPr id="4" name="TextBox 4"/>
            <p:cNvSpPr txBox="1"/>
            <p:nvPr/>
          </p:nvSpPr>
          <p:spPr>
            <a:xfrm>
              <a:off x="0" y="-47625"/>
              <a:ext cx="812800" cy="860425"/>
            </a:xfrm>
            <a:prstGeom prst="rect">
              <a:avLst/>
            </a:prstGeom>
          </p:spPr>
          <p:txBody>
            <a:bodyPr lIns="33867" tIns="33867" rIns="33867" bIns="33867" rtlCol="0" anchor="ctr"/>
            <a:lstStyle/>
            <a:p>
              <a:pPr algn="ctr" defTabSz="609630">
                <a:lnSpc>
                  <a:spcPts val="1773"/>
                </a:lnSpc>
              </a:pPr>
              <a:endParaRPr sz="1200">
                <a:solidFill>
                  <a:prstClr val="black"/>
                </a:solidFill>
                <a:latin typeface="Calibri"/>
              </a:endParaRPr>
            </a:p>
          </p:txBody>
        </p:sp>
      </p:grpSp>
      <p:sp>
        <p:nvSpPr>
          <p:cNvPr id="5" name="Freeform 5">
            <a:extLst>
              <a:ext uri="{C183D7F6-B498-43B3-948B-1728B52AA6E4}">
                <adec:decorative xmlns:adec="http://schemas.microsoft.com/office/drawing/2017/decorative" val="1"/>
              </a:ext>
            </a:extLst>
          </p:cNvPr>
          <p:cNvSpPr/>
          <p:nvPr/>
        </p:nvSpPr>
        <p:spPr>
          <a:xfrm>
            <a:off x="10541158" y="121084"/>
            <a:ext cx="1505150" cy="903090"/>
          </a:xfrm>
          <a:custGeom>
            <a:avLst/>
            <a:gdLst/>
            <a:ahLst/>
            <a:cxnLst/>
            <a:rect l="l" t="t" r="r" b="b"/>
            <a:pathLst>
              <a:path w="2257725" h="1354635">
                <a:moveTo>
                  <a:pt x="0" y="0"/>
                </a:moveTo>
                <a:lnTo>
                  <a:pt x="2257726" y="0"/>
                </a:lnTo>
                <a:lnTo>
                  <a:pt x="2257726" y="1354635"/>
                </a:lnTo>
                <a:lnTo>
                  <a:pt x="0" y="1354635"/>
                </a:lnTo>
                <a:lnTo>
                  <a:pt x="0" y="0"/>
                </a:lnTo>
                <a:close/>
              </a:path>
            </a:pathLst>
          </a:custGeom>
          <a:blipFill>
            <a:blip r:embed="rId3"/>
            <a:stretch>
              <a:fillRect/>
            </a:stretch>
          </a:blipFill>
        </p:spPr>
        <p:txBody>
          <a:bodyPr/>
          <a:lstStyle/>
          <a:p>
            <a:endParaRPr lang="en-GB"/>
          </a:p>
        </p:txBody>
      </p:sp>
      <p:sp>
        <p:nvSpPr>
          <p:cNvPr id="6" name="Freeform 6">
            <a:extLst>
              <a:ext uri="{C183D7F6-B498-43B3-948B-1728B52AA6E4}">
                <adec:decorative xmlns:adec="http://schemas.microsoft.com/office/drawing/2017/decorative" val="1"/>
              </a:ext>
            </a:extLst>
          </p:cNvPr>
          <p:cNvSpPr/>
          <p:nvPr/>
        </p:nvSpPr>
        <p:spPr>
          <a:xfrm>
            <a:off x="301635" y="192267"/>
            <a:ext cx="1886212" cy="721277"/>
          </a:xfrm>
          <a:custGeom>
            <a:avLst/>
            <a:gdLst/>
            <a:ahLst/>
            <a:cxnLst/>
            <a:rect l="l" t="t" r="r" b="b"/>
            <a:pathLst>
              <a:path w="2829318" h="1081916">
                <a:moveTo>
                  <a:pt x="0" y="0"/>
                </a:moveTo>
                <a:lnTo>
                  <a:pt x="2829319" y="0"/>
                </a:lnTo>
                <a:lnTo>
                  <a:pt x="2829319" y="1081916"/>
                </a:lnTo>
                <a:lnTo>
                  <a:pt x="0" y="1081916"/>
                </a:lnTo>
                <a:lnTo>
                  <a:pt x="0" y="0"/>
                </a:lnTo>
                <a:close/>
              </a:path>
            </a:pathLst>
          </a:custGeom>
          <a:blipFill>
            <a:blip r:embed="rId4"/>
            <a:stretch>
              <a:fillRect/>
            </a:stretch>
          </a:blipFill>
        </p:spPr>
        <p:txBody>
          <a:bodyPr/>
          <a:lstStyle/>
          <a:p>
            <a:endParaRPr lang="en-GB"/>
          </a:p>
        </p:txBody>
      </p:sp>
      <p:sp>
        <p:nvSpPr>
          <p:cNvPr id="7" name="AutoShape 7">
            <a:extLst>
              <a:ext uri="{C183D7F6-B498-43B3-948B-1728B52AA6E4}">
                <adec:decorative xmlns:adec="http://schemas.microsoft.com/office/drawing/2017/decorative" val="1"/>
              </a:ext>
            </a:extLst>
          </p:cNvPr>
          <p:cNvSpPr/>
          <p:nvPr/>
        </p:nvSpPr>
        <p:spPr>
          <a:xfrm flipV="1">
            <a:off x="10407573" y="217679"/>
            <a:ext cx="0" cy="697201"/>
          </a:xfrm>
          <a:prstGeom prst="line">
            <a:avLst/>
          </a:prstGeom>
          <a:ln w="76200" cap="flat">
            <a:solidFill>
              <a:srgbClr val="000000"/>
            </a:solidFill>
            <a:prstDash val="solid"/>
            <a:headEnd type="none" w="sm" len="sm"/>
            <a:tailEnd type="none" w="sm" len="sm"/>
          </a:ln>
        </p:spPr>
        <p:txBody>
          <a:bodyPr/>
          <a:lstStyle/>
          <a:p>
            <a:endParaRPr lang="en-GB"/>
          </a:p>
        </p:txBody>
      </p:sp>
      <p:sp>
        <p:nvSpPr>
          <p:cNvPr id="8" name="TextBox 8"/>
          <p:cNvSpPr txBox="1">
            <a:spLocks noGrp="1"/>
          </p:cNvSpPr>
          <p:nvPr>
            <p:ph type="title" idx="4294967295"/>
          </p:nvPr>
        </p:nvSpPr>
        <p:spPr>
          <a:xfrm>
            <a:off x="1" y="1389592"/>
            <a:ext cx="9553575" cy="865430"/>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ts val="7150"/>
              </a:lnSpc>
              <a:spcBef>
                <a:spcPts val="0"/>
              </a:spcBef>
              <a:defRPr/>
            </a:pPr>
            <a:r>
              <a:rPr lang="en-US" sz="5107" b="1" dirty="0">
                <a:solidFill>
                  <a:srgbClr val="000000"/>
                </a:solidFill>
                <a:latin typeface="+mn-lt"/>
                <a:ea typeface="+mn-ea"/>
                <a:cs typeface="+mn-cs"/>
              </a:rPr>
              <a:t>Recommendations</a:t>
            </a:r>
          </a:p>
        </p:txBody>
      </p:sp>
      <p:sp>
        <p:nvSpPr>
          <p:cNvPr id="9" name="Freeform 9">
            <a:extLst>
              <a:ext uri="{C183D7F6-B498-43B3-948B-1728B52AA6E4}">
                <adec:decorative xmlns:adec="http://schemas.microsoft.com/office/drawing/2017/decorative" val="1"/>
              </a:ext>
            </a:extLst>
          </p:cNvPr>
          <p:cNvSpPr/>
          <p:nvPr/>
        </p:nvSpPr>
        <p:spPr>
          <a:xfrm rot="-1180910">
            <a:off x="10775186" y="3992812"/>
            <a:ext cx="1285839" cy="1285839"/>
          </a:xfrm>
          <a:custGeom>
            <a:avLst/>
            <a:gdLst/>
            <a:ahLst/>
            <a:cxnLst/>
            <a:rect l="l" t="t" r="r" b="b"/>
            <a:pathLst>
              <a:path w="1928759" h="1928759">
                <a:moveTo>
                  <a:pt x="0" y="0"/>
                </a:moveTo>
                <a:lnTo>
                  <a:pt x="1928759" y="0"/>
                </a:lnTo>
                <a:lnTo>
                  <a:pt x="1928759" y="1928759"/>
                </a:lnTo>
                <a:lnTo>
                  <a:pt x="0" y="1928759"/>
                </a:lnTo>
                <a:lnTo>
                  <a:pt x="0" y="0"/>
                </a:lnTo>
                <a:close/>
              </a:path>
            </a:pathLst>
          </a:custGeom>
          <a:blipFill>
            <a:blip r:embed="rId5"/>
            <a:stretch>
              <a:fillRect/>
            </a:stretch>
          </a:blipFill>
        </p:spPr>
        <p:txBody>
          <a:bodyPr/>
          <a:lstStyle/>
          <a:p>
            <a:endParaRPr lang="en-GB"/>
          </a:p>
        </p:txBody>
      </p:sp>
      <p:sp>
        <p:nvSpPr>
          <p:cNvPr id="10" name="Freeform 10">
            <a:extLst>
              <a:ext uri="{C183D7F6-B498-43B3-948B-1728B52AA6E4}">
                <adec:decorative xmlns:adec="http://schemas.microsoft.com/office/drawing/2017/decorative" val="1"/>
              </a:ext>
            </a:extLst>
          </p:cNvPr>
          <p:cNvSpPr/>
          <p:nvPr/>
        </p:nvSpPr>
        <p:spPr>
          <a:xfrm rot="-1206365">
            <a:off x="10608643" y="5427095"/>
            <a:ext cx="1287195" cy="1287195"/>
          </a:xfrm>
          <a:custGeom>
            <a:avLst/>
            <a:gdLst/>
            <a:ahLst/>
            <a:cxnLst/>
            <a:rect l="l" t="t" r="r" b="b"/>
            <a:pathLst>
              <a:path w="1930792" h="1930792">
                <a:moveTo>
                  <a:pt x="0" y="0"/>
                </a:moveTo>
                <a:lnTo>
                  <a:pt x="1930792" y="0"/>
                </a:lnTo>
                <a:lnTo>
                  <a:pt x="1930792" y="1930792"/>
                </a:lnTo>
                <a:lnTo>
                  <a:pt x="0" y="1930792"/>
                </a:lnTo>
                <a:lnTo>
                  <a:pt x="0" y="0"/>
                </a:lnTo>
                <a:close/>
              </a:path>
            </a:pathLst>
          </a:custGeom>
          <a:blipFill>
            <a:blip r:embed="rId6"/>
            <a:stretch>
              <a:fillRect/>
            </a:stretch>
          </a:blipFill>
        </p:spPr>
        <p:txBody>
          <a:bodyPr/>
          <a:lstStyle/>
          <a:p>
            <a:endParaRPr lang="en-GB"/>
          </a:p>
        </p:txBody>
      </p:sp>
      <p:sp>
        <p:nvSpPr>
          <p:cNvPr id="12" name="Lightning Bolt 11">
            <a:extLst>
              <a:ext uri="{FF2B5EF4-FFF2-40B4-BE49-F238E27FC236}">
                <a16:creationId xmlns:a16="http://schemas.microsoft.com/office/drawing/2014/main" id="{B9B81D99-8E54-CA02-D461-DCAE80A50276}"/>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en-GB" sz="1200">
              <a:solidFill>
                <a:prstClr val="white"/>
              </a:solidFill>
              <a:latin typeface="Calibri"/>
            </a:endParaRPr>
          </a:p>
        </p:txBody>
      </p:sp>
      <p:sp>
        <p:nvSpPr>
          <p:cNvPr id="13" name="Lightning Bolt 12">
            <a:extLst>
              <a:ext uri="{FF2B5EF4-FFF2-40B4-BE49-F238E27FC236}">
                <a16:creationId xmlns:a16="http://schemas.microsoft.com/office/drawing/2014/main" id="{586944FC-5BA3-4940-CD36-2D44A7E376DC}"/>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en-GB" sz="1200">
              <a:solidFill>
                <a:prstClr val="white"/>
              </a:solidFill>
              <a:latin typeface="Calibri"/>
            </a:endParaRPr>
          </a:p>
        </p:txBody>
      </p:sp>
      <p:sp>
        <p:nvSpPr>
          <p:cNvPr id="14" name="Lightning Bolt 13">
            <a:extLst>
              <a:ext uri="{FF2B5EF4-FFF2-40B4-BE49-F238E27FC236}">
                <a16:creationId xmlns:a16="http://schemas.microsoft.com/office/drawing/2014/main" id="{33A84611-0562-819A-943B-E598763E05FF}"/>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en-GB" sz="1200">
              <a:solidFill>
                <a:prstClr val="white"/>
              </a:solidFill>
              <a:latin typeface="Calibri"/>
            </a:endParaRPr>
          </a:p>
        </p:txBody>
      </p:sp>
      <p:sp>
        <p:nvSpPr>
          <p:cNvPr id="15" name="Lightning Bolt 14">
            <a:extLst>
              <a:ext uri="{FF2B5EF4-FFF2-40B4-BE49-F238E27FC236}">
                <a16:creationId xmlns:a16="http://schemas.microsoft.com/office/drawing/2014/main" id="{29236A5E-28C8-FBB6-5CBB-38ACD3087C78}"/>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en-GB" sz="1200">
              <a:solidFill>
                <a:prstClr val="white"/>
              </a:solidFill>
              <a:latin typeface="Calibri"/>
            </a:endParaRPr>
          </a:p>
        </p:txBody>
      </p:sp>
      <p:sp>
        <p:nvSpPr>
          <p:cNvPr id="16" name="Lightning Bolt 15">
            <a:extLst>
              <a:ext uri="{FF2B5EF4-FFF2-40B4-BE49-F238E27FC236}">
                <a16:creationId xmlns:a16="http://schemas.microsoft.com/office/drawing/2014/main" id="{DA9630B8-D7B3-882C-D074-20EB49715A44}"/>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en-GB" sz="1200">
              <a:solidFill>
                <a:prstClr val="white"/>
              </a:solidFill>
              <a:latin typeface="Calibri"/>
            </a:endParaRPr>
          </a:p>
        </p:txBody>
      </p:sp>
      <p:sp>
        <p:nvSpPr>
          <p:cNvPr id="17" name="Lightning Bolt 16">
            <a:extLst>
              <a:ext uri="{FF2B5EF4-FFF2-40B4-BE49-F238E27FC236}">
                <a16:creationId xmlns:a16="http://schemas.microsoft.com/office/drawing/2014/main" id="{1BE41B55-86E6-B3DC-C0AF-E7180BC848A4}"/>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en-GB" sz="1200">
              <a:solidFill>
                <a:prstClr val="white"/>
              </a:solidFill>
              <a:latin typeface="Calibri"/>
            </a:endParaRPr>
          </a:p>
        </p:txBody>
      </p:sp>
      <p:sp>
        <p:nvSpPr>
          <p:cNvPr id="18" name="Lightning Bolt 17">
            <a:extLst>
              <a:ext uri="{FF2B5EF4-FFF2-40B4-BE49-F238E27FC236}">
                <a16:creationId xmlns:a16="http://schemas.microsoft.com/office/drawing/2014/main" id="{02811C24-D0D9-1BC8-B16F-F7B8DE9A5FB8}"/>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en-GB" sz="1200">
              <a:solidFill>
                <a:prstClr val="white"/>
              </a:solidFill>
              <a:latin typeface="Calibri"/>
            </a:endParaRPr>
          </a:p>
        </p:txBody>
      </p:sp>
      <p:sp>
        <p:nvSpPr>
          <p:cNvPr id="19" name="Lightning Bolt 18">
            <a:extLst>
              <a:ext uri="{FF2B5EF4-FFF2-40B4-BE49-F238E27FC236}">
                <a16:creationId xmlns:a16="http://schemas.microsoft.com/office/drawing/2014/main" id="{5B22D6F6-DD9D-AFC1-A052-8927F2A3630A}"/>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en-GB" sz="1200">
              <a:solidFill>
                <a:prstClr val="white"/>
              </a:solidFill>
              <a:latin typeface="Calibri"/>
            </a:endParaRPr>
          </a:p>
        </p:txBody>
      </p:sp>
      <p:pic>
        <p:nvPicPr>
          <p:cNvPr id="20" name="Picture 19">
            <a:extLst>
              <a:ext uri="{FF2B5EF4-FFF2-40B4-BE49-F238E27FC236}">
                <a16:creationId xmlns:a16="http://schemas.microsoft.com/office/drawing/2014/main" id="{729DC4B4-6BCA-B62A-0E92-58112B2E5211}"/>
              </a:ext>
            </a:extLst>
          </p:cNvPr>
          <p:cNvPicPr>
            <a:picLocks noChangeAspect="1"/>
          </p:cNvPicPr>
          <p:nvPr/>
        </p:nvPicPr>
        <p:blipFill>
          <a:blip r:embed="rId7"/>
          <a:stretch>
            <a:fillRect/>
          </a:stretch>
        </p:blipFill>
        <p:spPr>
          <a:xfrm>
            <a:off x="174171" y="2875174"/>
            <a:ext cx="8848353" cy="2592371"/>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6" name="Picture 5" descr="Top shot of a representation of networks with stick figures. This indicates that the next section of the talk will be about the skill of networking on Linked In. ">
            <a:extLst>
              <a:ext uri="{FF2B5EF4-FFF2-40B4-BE49-F238E27FC236}">
                <a16:creationId xmlns:a16="http://schemas.microsoft.com/office/drawing/2014/main" id="{AB0F0D0E-ADDD-4E04-96F8-4F26E2C62351}"/>
              </a:ext>
            </a:extLst>
          </p:cNvPr>
          <p:cNvPicPr>
            <a:picLocks noChangeAspect="1"/>
          </p:cNvPicPr>
          <p:nvPr/>
        </p:nvPicPr>
        <p:blipFill rotWithShape="1">
          <a:blip r:embed="rId2">
            <a:extLst>
              <a:ext uri="{28A0092B-C50C-407E-A947-70E740481C1C}">
                <a14:useLocalDpi xmlns:a14="http://schemas.microsoft.com/office/drawing/2010/main" val="0"/>
              </a:ext>
            </a:extLst>
          </a:blip>
          <a:srcRect l="491" t="9091" r="23094"/>
          <a:stretch/>
        </p:blipFill>
        <p:spPr>
          <a:xfrm>
            <a:off x="3523488" y="10"/>
            <a:ext cx="8668512" cy="6857990"/>
          </a:xfrm>
          <a:prstGeom prst="rect">
            <a:avLst/>
          </a:prstGeom>
        </p:spPr>
      </p:pic>
      <p:sp>
        <p:nvSpPr>
          <p:cNvPr id="24" name="Rectangle 23">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bg1"/>
              </a:gs>
              <a:gs pos="33000">
                <a:schemeClr val="bg1">
                  <a:alpha val="64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0903367-670C-9E2F-2708-C188668F93C3}"/>
              </a:ext>
            </a:extLst>
          </p:cNvPr>
          <p:cNvSpPr>
            <a:spLocks noGrp="1"/>
          </p:cNvSpPr>
          <p:nvPr>
            <p:ph type="ctrTitle"/>
          </p:nvPr>
        </p:nvSpPr>
        <p:spPr>
          <a:xfrm>
            <a:off x="477981" y="1122363"/>
            <a:ext cx="4023360" cy="3204134"/>
          </a:xfrm>
        </p:spPr>
        <p:txBody>
          <a:bodyPr vert="horz" lIns="91440" tIns="45720" rIns="91440" bIns="45720" rtlCol="0" anchor="b">
            <a:normAutofit/>
          </a:bodyPr>
          <a:lstStyle/>
          <a:p>
            <a:pPr algn="l"/>
            <a:r>
              <a:rPr lang="en-US" sz="4000" b="1" dirty="0"/>
              <a:t>Let’s take a look at networking and engaging</a:t>
            </a:r>
          </a:p>
        </p:txBody>
      </p:sp>
      <p:sp>
        <p:nvSpPr>
          <p:cNvPr id="3" name="Subtitle 2">
            <a:extLst>
              <a:ext uri="{FF2B5EF4-FFF2-40B4-BE49-F238E27FC236}">
                <a16:creationId xmlns:a16="http://schemas.microsoft.com/office/drawing/2014/main" id="{8562C63E-8592-52A4-C282-88A5CABE193D}"/>
              </a:ext>
            </a:extLst>
          </p:cNvPr>
          <p:cNvSpPr>
            <a:spLocks noGrp="1"/>
          </p:cNvSpPr>
          <p:nvPr>
            <p:ph type="subTitle" idx="1"/>
          </p:nvPr>
        </p:nvSpPr>
        <p:spPr>
          <a:xfrm>
            <a:off x="477980" y="4872922"/>
            <a:ext cx="4023359" cy="1208141"/>
          </a:xfrm>
        </p:spPr>
        <p:txBody>
          <a:bodyPr vert="horz" lIns="91440" tIns="45720" rIns="91440" bIns="45720" rtlCol="0">
            <a:normAutofit/>
          </a:bodyPr>
          <a:lstStyle/>
          <a:p>
            <a:pPr algn="l"/>
            <a:r>
              <a:rPr lang="en-US" dirty="0"/>
              <a:t>How to make connections and engage via via Linked In</a:t>
            </a:r>
          </a:p>
        </p:txBody>
      </p:sp>
      <p:sp>
        <p:nvSpPr>
          <p:cNvPr id="26" name="Rectangle 25">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3E0B8D4C-9813-049B-3F18-F4DFE039C109}"/>
              </a:ext>
            </a:extLst>
          </p:cNvPr>
          <p:cNvSpPr txBox="1"/>
          <p:nvPr/>
        </p:nvSpPr>
        <p:spPr>
          <a:xfrm>
            <a:off x="725713" y="5987141"/>
            <a:ext cx="2648857" cy="369332"/>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Arial"/>
                <a:ea typeface="+mn-ea"/>
                <a:cs typeface="Calibri"/>
              </a:rPr>
              <a:t>Visit </a:t>
            </a:r>
            <a:r>
              <a:rPr kumimoji="0" lang="en-GB" sz="1800" b="0" i="0" u="none" strike="noStrike" kern="1200" cap="none" spc="0" normalizeH="0" baseline="0" noProof="0" dirty="0">
                <a:ln>
                  <a:noFill/>
                </a:ln>
                <a:solidFill>
                  <a:prstClr val="black"/>
                </a:solidFill>
                <a:effectLst/>
                <a:uLnTx/>
                <a:uFillTx/>
                <a:ea typeface="+mn-ea"/>
                <a:cs typeface="Calibri"/>
                <a:hlinkClick r:id="rId3"/>
              </a:rPr>
              <a:t>mmu.ac.uk/careers</a:t>
            </a:r>
            <a:endParaRPr kumimoji="0" lang="en-GB" sz="1800" b="0" i="0" u="none" strike="noStrike" kern="1200" cap="none" spc="0" normalizeH="0" baseline="0" noProof="0" dirty="0">
              <a:ln>
                <a:noFill/>
              </a:ln>
              <a:solidFill>
                <a:prstClr val="black"/>
              </a:solidFill>
              <a:effectLst/>
              <a:uLnTx/>
              <a:uFillTx/>
              <a:ea typeface="+mn-ea"/>
              <a:cs typeface="Arial"/>
            </a:endParaRPr>
          </a:p>
        </p:txBody>
      </p:sp>
    </p:spTree>
    <p:extLst>
      <p:ext uri="{BB962C8B-B14F-4D97-AF65-F5344CB8AC3E}">
        <p14:creationId xmlns:p14="http://schemas.microsoft.com/office/powerpoint/2010/main" val="2240665193"/>
      </p:ext>
    </p:extLst>
  </p:cSld>
  <p:clrMapOvr>
    <a:overrideClrMapping bg1="dk1" tx1="lt1" bg2="dk2" tx2="lt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C183D7F6-B498-43B3-948B-1728B52AA6E4}">
                <adec:decorative xmlns:adec="http://schemas.microsoft.com/office/drawing/2017/decorative" val="1"/>
              </a:ext>
            </a:extLst>
          </p:cNvPr>
          <p:cNvGrpSpPr/>
          <p:nvPr/>
        </p:nvGrpSpPr>
        <p:grpSpPr>
          <a:xfrm>
            <a:off x="0" y="0"/>
            <a:ext cx="12192000" cy="1132558"/>
            <a:chOff x="0" y="0"/>
            <a:chExt cx="4816593" cy="447430"/>
          </a:xfrm>
        </p:grpSpPr>
        <p:sp>
          <p:nvSpPr>
            <p:cNvPr id="3" name="Freeform 3"/>
            <p:cNvSpPr/>
            <p:nvPr/>
          </p:nvSpPr>
          <p:spPr>
            <a:xfrm>
              <a:off x="0" y="0"/>
              <a:ext cx="4816592" cy="447430"/>
            </a:xfrm>
            <a:custGeom>
              <a:avLst/>
              <a:gdLst/>
              <a:ahLst/>
              <a:cxnLst/>
              <a:rect l="l" t="t" r="r" b="b"/>
              <a:pathLst>
                <a:path w="4816592" h="447430">
                  <a:moveTo>
                    <a:pt x="0" y="0"/>
                  </a:moveTo>
                  <a:lnTo>
                    <a:pt x="4816592" y="0"/>
                  </a:lnTo>
                  <a:lnTo>
                    <a:pt x="4816592" y="447430"/>
                  </a:lnTo>
                  <a:lnTo>
                    <a:pt x="0" y="447430"/>
                  </a:lnTo>
                  <a:close/>
                </a:path>
              </a:pathLst>
            </a:custGeom>
            <a:solidFill>
              <a:srgbClr val="00C1D4"/>
            </a:solidFill>
          </p:spPr>
          <p:txBody>
            <a:bodyPr/>
            <a:lstStyle/>
            <a:p>
              <a:endParaRPr lang="en-GB"/>
            </a:p>
          </p:txBody>
        </p:sp>
        <p:sp>
          <p:nvSpPr>
            <p:cNvPr id="4" name="TextBox 4"/>
            <p:cNvSpPr txBox="1"/>
            <p:nvPr/>
          </p:nvSpPr>
          <p:spPr>
            <a:xfrm>
              <a:off x="0" y="-47625"/>
              <a:ext cx="812800" cy="860425"/>
            </a:xfrm>
            <a:prstGeom prst="rect">
              <a:avLst/>
            </a:prstGeom>
          </p:spPr>
          <p:txBody>
            <a:bodyPr lIns="33867" tIns="33867" rIns="33867" bIns="33867" rtlCol="0" anchor="ctr"/>
            <a:lstStyle/>
            <a:p>
              <a:pPr algn="ctr" defTabSz="609630">
                <a:lnSpc>
                  <a:spcPts val="1773"/>
                </a:lnSpc>
              </a:pPr>
              <a:endParaRPr sz="1200">
                <a:solidFill>
                  <a:prstClr val="black"/>
                </a:solidFill>
                <a:latin typeface="Calibri"/>
              </a:endParaRPr>
            </a:p>
          </p:txBody>
        </p:sp>
      </p:grpSp>
      <p:sp>
        <p:nvSpPr>
          <p:cNvPr id="5" name="Freeform 5">
            <a:extLst>
              <a:ext uri="{C183D7F6-B498-43B3-948B-1728B52AA6E4}">
                <adec:decorative xmlns:adec="http://schemas.microsoft.com/office/drawing/2017/decorative" val="1"/>
              </a:ext>
            </a:extLst>
          </p:cNvPr>
          <p:cNvSpPr/>
          <p:nvPr/>
        </p:nvSpPr>
        <p:spPr>
          <a:xfrm>
            <a:off x="10541158" y="121084"/>
            <a:ext cx="1505150" cy="903090"/>
          </a:xfrm>
          <a:custGeom>
            <a:avLst/>
            <a:gdLst/>
            <a:ahLst/>
            <a:cxnLst/>
            <a:rect l="l" t="t" r="r" b="b"/>
            <a:pathLst>
              <a:path w="2257725" h="1354635">
                <a:moveTo>
                  <a:pt x="0" y="0"/>
                </a:moveTo>
                <a:lnTo>
                  <a:pt x="2257726" y="0"/>
                </a:lnTo>
                <a:lnTo>
                  <a:pt x="2257726" y="1354635"/>
                </a:lnTo>
                <a:lnTo>
                  <a:pt x="0" y="1354635"/>
                </a:lnTo>
                <a:lnTo>
                  <a:pt x="0" y="0"/>
                </a:lnTo>
                <a:close/>
              </a:path>
            </a:pathLst>
          </a:custGeom>
          <a:blipFill>
            <a:blip r:embed="rId2"/>
            <a:stretch>
              <a:fillRect/>
            </a:stretch>
          </a:blipFill>
        </p:spPr>
        <p:txBody>
          <a:bodyPr/>
          <a:lstStyle/>
          <a:p>
            <a:endParaRPr lang="en-GB"/>
          </a:p>
        </p:txBody>
      </p:sp>
      <p:sp>
        <p:nvSpPr>
          <p:cNvPr id="6" name="Freeform 6">
            <a:extLst>
              <a:ext uri="{C183D7F6-B498-43B3-948B-1728B52AA6E4}">
                <adec:decorative xmlns:adec="http://schemas.microsoft.com/office/drawing/2017/decorative" val="1"/>
              </a:ext>
            </a:extLst>
          </p:cNvPr>
          <p:cNvSpPr/>
          <p:nvPr/>
        </p:nvSpPr>
        <p:spPr>
          <a:xfrm>
            <a:off x="301635" y="192267"/>
            <a:ext cx="1886212" cy="721277"/>
          </a:xfrm>
          <a:custGeom>
            <a:avLst/>
            <a:gdLst/>
            <a:ahLst/>
            <a:cxnLst/>
            <a:rect l="l" t="t" r="r" b="b"/>
            <a:pathLst>
              <a:path w="2829318" h="1081916">
                <a:moveTo>
                  <a:pt x="0" y="0"/>
                </a:moveTo>
                <a:lnTo>
                  <a:pt x="2829319" y="0"/>
                </a:lnTo>
                <a:lnTo>
                  <a:pt x="2829319" y="1081916"/>
                </a:lnTo>
                <a:lnTo>
                  <a:pt x="0" y="1081916"/>
                </a:lnTo>
                <a:lnTo>
                  <a:pt x="0" y="0"/>
                </a:lnTo>
                <a:close/>
              </a:path>
            </a:pathLst>
          </a:custGeom>
          <a:blipFill>
            <a:blip r:embed="rId3"/>
            <a:stretch>
              <a:fillRect/>
            </a:stretch>
          </a:blipFill>
        </p:spPr>
        <p:txBody>
          <a:bodyPr/>
          <a:lstStyle/>
          <a:p>
            <a:endParaRPr lang="en-GB"/>
          </a:p>
        </p:txBody>
      </p:sp>
      <p:sp>
        <p:nvSpPr>
          <p:cNvPr id="7" name="AutoShape 7">
            <a:extLst>
              <a:ext uri="{C183D7F6-B498-43B3-948B-1728B52AA6E4}">
                <adec:decorative xmlns:adec="http://schemas.microsoft.com/office/drawing/2017/decorative" val="1"/>
              </a:ext>
            </a:extLst>
          </p:cNvPr>
          <p:cNvSpPr/>
          <p:nvPr/>
        </p:nvSpPr>
        <p:spPr>
          <a:xfrm flipV="1">
            <a:off x="10407573" y="217679"/>
            <a:ext cx="0" cy="697201"/>
          </a:xfrm>
          <a:prstGeom prst="line">
            <a:avLst/>
          </a:prstGeom>
          <a:ln w="76200" cap="flat">
            <a:solidFill>
              <a:srgbClr val="000000"/>
            </a:solidFill>
            <a:prstDash val="solid"/>
            <a:headEnd type="none" w="sm" len="sm"/>
            <a:tailEnd type="none" w="sm" len="sm"/>
          </a:ln>
        </p:spPr>
        <p:txBody>
          <a:bodyPr/>
          <a:lstStyle/>
          <a:p>
            <a:endParaRPr lang="en-GB"/>
          </a:p>
        </p:txBody>
      </p:sp>
      <p:sp>
        <p:nvSpPr>
          <p:cNvPr id="8" name="Freeform 8">
            <a:extLst>
              <a:ext uri="{C183D7F6-B498-43B3-948B-1728B52AA6E4}">
                <adec:decorative xmlns:adec="http://schemas.microsoft.com/office/drawing/2017/decorative" val="1"/>
              </a:ext>
            </a:extLst>
          </p:cNvPr>
          <p:cNvSpPr/>
          <p:nvPr/>
        </p:nvSpPr>
        <p:spPr>
          <a:xfrm rot="-1209569">
            <a:off x="10774887" y="3986956"/>
            <a:ext cx="1280180" cy="1280180"/>
          </a:xfrm>
          <a:custGeom>
            <a:avLst/>
            <a:gdLst/>
            <a:ahLst/>
            <a:cxnLst/>
            <a:rect l="l" t="t" r="r" b="b"/>
            <a:pathLst>
              <a:path w="1920270" h="1920270">
                <a:moveTo>
                  <a:pt x="0" y="0"/>
                </a:moveTo>
                <a:lnTo>
                  <a:pt x="1920269" y="0"/>
                </a:lnTo>
                <a:lnTo>
                  <a:pt x="1920269" y="1920270"/>
                </a:lnTo>
                <a:lnTo>
                  <a:pt x="0" y="1920270"/>
                </a:lnTo>
                <a:lnTo>
                  <a:pt x="0" y="0"/>
                </a:lnTo>
                <a:close/>
              </a:path>
            </a:pathLst>
          </a:custGeom>
          <a:blipFill>
            <a:blip r:embed="rId4"/>
            <a:stretch>
              <a:fillRect/>
            </a:stretch>
          </a:blipFill>
        </p:spPr>
        <p:txBody>
          <a:bodyPr/>
          <a:lstStyle/>
          <a:p>
            <a:endParaRPr lang="en-GB"/>
          </a:p>
        </p:txBody>
      </p:sp>
      <p:sp>
        <p:nvSpPr>
          <p:cNvPr id="9" name="Freeform 9">
            <a:extLst>
              <a:ext uri="{C183D7F6-B498-43B3-948B-1728B52AA6E4}">
                <adec:decorative xmlns:adec="http://schemas.microsoft.com/office/drawing/2017/decorative" val="1"/>
              </a:ext>
            </a:extLst>
          </p:cNvPr>
          <p:cNvSpPr/>
          <p:nvPr/>
        </p:nvSpPr>
        <p:spPr>
          <a:xfrm rot="-1172374">
            <a:off x="10604563" y="5407379"/>
            <a:ext cx="1285380" cy="1285380"/>
          </a:xfrm>
          <a:custGeom>
            <a:avLst/>
            <a:gdLst/>
            <a:ahLst/>
            <a:cxnLst/>
            <a:rect l="l" t="t" r="r" b="b"/>
            <a:pathLst>
              <a:path w="1928070" h="1928070">
                <a:moveTo>
                  <a:pt x="0" y="0"/>
                </a:moveTo>
                <a:lnTo>
                  <a:pt x="1928070" y="0"/>
                </a:lnTo>
                <a:lnTo>
                  <a:pt x="1928070" y="1928070"/>
                </a:lnTo>
                <a:lnTo>
                  <a:pt x="0" y="1928070"/>
                </a:lnTo>
                <a:lnTo>
                  <a:pt x="0" y="0"/>
                </a:lnTo>
                <a:close/>
              </a:path>
            </a:pathLst>
          </a:custGeom>
          <a:blipFill>
            <a:blip r:embed="rId5"/>
            <a:stretch>
              <a:fillRect/>
            </a:stretch>
          </a:blipFill>
        </p:spPr>
        <p:txBody>
          <a:bodyPr/>
          <a:lstStyle/>
          <a:p>
            <a:endParaRPr lang="en-GB"/>
          </a:p>
        </p:txBody>
      </p:sp>
      <p:sp>
        <p:nvSpPr>
          <p:cNvPr id="11" name="TextBox 11"/>
          <p:cNvSpPr txBox="1">
            <a:spLocks noGrp="1"/>
          </p:cNvSpPr>
          <p:nvPr>
            <p:ph type="title" idx="4294967295"/>
          </p:nvPr>
        </p:nvSpPr>
        <p:spPr>
          <a:xfrm>
            <a:off x="472375" y="1389101"/>
            <a:ext cx="9552737" cy="827919"/>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ts val="7150"/>
              </a:lnSpc>
              <a:spcBef>
                <a:spcPts val="0"/>
              </a:spcBef>
              <a:defRPr/>
            </a:pPr>
            <a:r>
              <a:rPr lang="en-US" sz="4000" b="1" dirty="0">
                <a:solidFill>
                  <a:srgbClr val="000000"/>
                </a:solidFill>
                <a:ea typeface="+mn-ea"/>
                <a:cs typeface="+mn-cs"/>
              </a:rPr>
              <a:t>Who to network with </a:t>
            </a:r>
          </a:p>
        </p:txBody>
      </p:sp>
      <p:pic>
        <p:nvPicPr>
          <p:cNvPr id="12" name="Content Placeholder 3">
            <a:extLst>
              <a:ext uri="{FF2B5EF4-FFF2-40B4-BE49-F238E27FC236}">
                <a16:creationId xmlns:a16="http://schemas.microsoft.com/office/drawing/2014/main" id="{5C2DBD07-BD94-EED0-F5B0-275C79691EFA}"/>
              </a:ext>
            </a:extLst>
          </p:cNvPr>
          <p:cNvPicPr>
            <a:picLocks noChangeAspect="1"/>
          </p:cNvPicPr>
          <p:nvPr/>
        </p:nvPicPr>
        <p:blipFill>
          <a:blip r:embed="rId6"/>
          <a:stretch>
            <a:fillRect/>
          </a:stretch>
        </p:blipFill>
        <p:spPr>
          <a:xfrm>
            <a:off x="2355359" y="2418983"/>
            <a:ext cx="7098105" cy="409575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C183D7F6-B498-43B3-948B-1728B52AA6E4}">
                <adec:decorative xmlns:adec="http://schemas.microsoft.com/office/drawing/2017/decorative" val="1"/>
              </a:ext>
            </a:extLst>
          </p:cNvPr>
          <p:cNvGrpSpPr/>
          <p:nvPr/>
        </p:nvGrpSpPr>
        <p:grpSpPr>
          <a:xfrm>
            <a:off x="0" y="0"/>
            <a:ext cx="12192000" cy="1132558"/>
            <a:chOff x="0" y="0"/>
            <a:chExt cx="4816593" cy="447430"/>
          </a:xfrm>
        </p:grpSpPr>
        <p:sp>
          <p:nvSpPr>
            <p:cNvPr id="3" name="Freeform 3"/>
            <p:cNvSpPr/>
            <p:nvPr/>
          </p:nvSpPr>
          <p:spPr>
            <a:xfrm>
              <a:off x="0" y="0"/>
              <a:ext cx="4816592" cy="447430"/>
            </a:xfrm>
            <a:custGeom>
              <a:avLst/>
              <a:gdLst/>
              <a:ahLst/>
              <a:cxnLst/>
              <a:rect l="l" t="t" r="r" b="b"/>
              <a:pathLst>
                <a:path w="4816592" h="447430">
                  <a:moveTo>
                    <a:pt x="0" y="0"/>
                  </a:moveTo>
                  <a:lnTo>
                    <a:pt x="4816592" y="0"/>
                  </a:lnTo>
                  <a:lnTo>
                    <a:pt x="4816592" y="447430"/>
                  </a:lnTo>
                  <a:lnTo>
                    <a:pt x="0" y="447430"/>
                  </a:lnTo>
                  <a:close/>
                </a:path>
              </a:pathLst>
            </a:custGeom>
            <a:solidFill>
              <a:srgbClr val="00C1D4"/>
            </a:solidFill>
          </p:spPr>
          <p:txBody>
            <a:bodyPr/>
            <a:lstStyle/>
            <a:p>
              <a:endParaRPr lang="en-GB"/>
            </a:p>
          </p:txBody>
        </p:sp>
        <p:sp>
          <p:nvSpPr>
            <p:cNvPr id="4" name="TextBox 4"/>
            <p:cNvSpPr txBox="1"/>
            <p:nvPr/>
          </p:nvSpPr>
          <p:spPr>
            <a:xfrm>
              <a:off x="0" y="-47625"/>
              <a:ext cx="812800" cy="860425"/>
            </a:xfrm>
            <a:prstGeom prst="rect">
              <a:avLst/>
            </a:prstGeom>
          </p:spPr>
          <p:txBody>
            <a:bodyPr lIns="33867" tIns="33867" rIns="33867" bIns="33867" rtlCol="0" anchor="ctr"/>
            <a:lstStyle/>
            <a:p>
              <a:pPr algn="ctr" defTabSz="609630">
                <a:lnSpc>
                  <a:spcPts val="1773"/>
                </a:lnSpc>
              </a:pPr>
              <a:endParaRPr sz="1200">
                <a:solidFill>
                  <a:prstClr val="black"/>
                </a:solidFill>
                <a:latin typeface="Calibri"/>
              </a:endParaRPr>
            </a:p>
          </p:txBody>
        </p:sp>
      </p:grpSp>
      <p:sp>
        <p:nvSpPr>
          <p:cNvPr id="5" name="Freeform 5">
            <a:extLst>
              <a:ext uri="{C183D7F6-B498-43B3-948B-1728B52AA6E4}">
                <adec:decorative xmlns:adec="http://schemas.microsoft.com/office/drawing/2017/decorative" val="1"/>
              </a:ext>
            </a:extLst>
          </p:cNvPr>
          <p:cNvSpPr/>
          <p:nvPr/>
        </p:nvSpPr>
        <p:spPr>
          <a:xfrm>
            <a:off x="10541158" y="121084"/>
            <a:ext cx="1505150" cy="903090"/>
          </a:xfrm>
          <a:custGeom>
            <a:avLst/>
            <a:gdLst/>
            <a:ahLst/>
            <a:cxnLst/>
            <a:rect l="l" t="t" r="r" b="b"/>
            <a:pathLst>
              <a:path w="2257725" h="1354635">
                <a:moveTo>
                  <a:pt x="0" y="0"/>
                </a:moveTo>
                <a:lnTo>
                  <a:pt x="2257726" y="0"/>
                </a:lnTo>
                <a:lnTo>
                  <a:pt x="2257726" y="1354635"/>
                </a:lnTo>
                <a:lnTo>
                  <a:pt x="0" y="1354635"/>
                </a:lnTo>
                <a:lnTo>
                  <a:pt x="0" y="0"/>
                </a:lnTo>
                <a:close/>
              </a:path>
            </a:pathLst>
          </a:custGeom>
          <a:blipFill>
            <a:blip r:embed="rId2"/>
            <a:stretch>
              <a:fillRect/>
            </a:stretch>
          </a:blipFill>
        </p:spPr>
        <p:txBody>
          <a:bodyPr/>
          <a:lstStyle/>
          <a:p>
            <a:endParaRPr lang="en-GB"/>
          </a:p>
        </p:txBody>
      </p:sp>
      <p:sp>
        <p:nvSpPr>
          <p:cNvPr id="6" name="Freeform 6">
            <a:extLst>
              <a:ext uri="{C183D7F6-B498-43B3-948B-1728B52AA6E4}">
                <adec:decorative xmlns:adec="http://schemas.microsoft.com/office/drawing/2017/decorative" val="1"/>
              </a:ext>
            </a:extLst>
          </p:cNvPr>
          <p:cNvSpPr/>
          <p:nvPr/>
        </p:nvSpPr>
        <p:spPr>
          <a:xfrm>
            <a:off x="301635" y="192267"/>
            <a:ext cx="1886212" cy="721277"/>
          </a:xfrm>
          <a:custGeom>
            <a:avLst/>
            <a:gdLst/>
            <a:ahLst/>
            <a:cxnLst/>
            <a:rect l="l" t="t" r="r" b="b"/>
            <a:pathLst>
              <a:path w="2829318" h="1081916">
                <a:moveTo>
                  <a:pt x="0" y="0"/>
                </a:moveTo>
                <a:lnTo>
                  <a:pt x="2829319" y="0"/>
                </a:lnTo>
                <a:lnTo>
                  <a:pt x="2829319" y="1081916"/>
                </a:lnTo>
                <a:lnTo>
                  <a:pt x="0" y="1081916"/>
                </a:lnTo>
                <a:lnTo>
                  <a:pt x="0" y="0"/>
                </a:lnTo>
                <a:close/>
              </a:path>
            </a:pathLst>
          </a:custGeom>
          <a:blipFill>
            <a:blip r:embed="rId3"/>
            <a:stretch>
              <a:fillRect/>
            </a:stretch>
          </a:blipFill>
        </p:spPr>
        <p:txBody>
          <a:bodyPr/>
          <a:lstStyle/>
          <a:p>
            <a:endParaRPr lang="en-GB"/>
          </a:p>
        </p:txBody>
      </p:sp>
      <p:sp>
        <p:nvSpPr>
          <p:cNvPr id="7" name="AutoShape 7">
            <a:extLst>
              <a:ext uri="{C183D7F6-B498-43B3-948B-1728B52AA6E4}">
                <adec:decorative xmlns:adec="http://schemas.microsoft.com/office/drawing/2017/decorative" val="1"/>
              </a:ext>
            </a:extLst>
          </p:cNvPr>
          <p:cNvSpPr/>
          <p:nvPr/>
        </p:nvSpPr>
        <p:spPr>
          <a:xfrm flipV="1">
            <a:off x="10407573" y="217679"/>
            <a:ext cx="0" cy="697201"/>
          </a:xfrm>
          <a:prstGeom prst="line">
            <a:avLst/>
          </a:prstGeom>
          <a:ln w="76200" cap="flat">
            <a:solidFill>
              <a:srgbClr val="000000"/>
            </a:solidFill>
            <a:prstDash val="solid"/>
            <a:headEnd type="none" w="sm" len="sm"/>
            <a:tailEnd type="none" w="sm" len="sm"/>
          </a:ln>
        </p:spPr>
        <p:txBody>
          <a:bodyPr/>
          <a:lstStyle/>
          <a:p>
            <a:endParaRPr lang="en-GB"/>
          </a:p>
        </p:txBody>
      </p:sp>
      <p:sp>
        <p:nvSpPr>
          <p:cNvPr id="8" name="Freeform 8">
            <a:extLst>
              <a:ext uri="{C183D7F6-B498-43B3-948B-1728B52AA6E4}">
                <adec:decorative xmlns:adec="http://schemas.microsoft.com/office/drawing/2017/decorative" val="1"/>
              </a:ext>
            </a:extLst>
          </p:cNvPr>
          <p:cNvSpPr/>
          <p:nvPr/>
        </p:nvSpPr>
        <p:spPr>
          <a:xfrm rot="-1209569">
            <a:off x="10774887" y="3986956"/>
            <a:ext cx="1280180" cy="1280180"/>
          </a:xfrm>
          <a:custGeom>
            <a:avLst/>
            <a:gdLst/>
            <a:ahLst/>
            <a:cxnLst/>
            <a:rect l="l" t="t" r="r" b="b"/>
            <a:pathLst>
              <a:path w="1920270" h="1920270">
                <a:moveTo>
                  <a:pt x="0" y="0"/>
                </a:moveTo>
                <a:lnTo>
                  <a:pt x="1920269" y="0"/>
                </a:lnTo>
                <a:lnTo>
                  <a:pt x="1920269" y="1920270"/>
                </a:lnTo>
                <a:lnTo>
                  <a:pt x="0" y="1920270"/>
                </a:lnTo>
                <a:lnTo>
                  <a:pt x="0" y="0"/>
                </a:lnTo>
                <a:close/>
              </a:path>
            </a:pathLst>
          </a:custGeom>
          <a:blipFill>
            <a:blip r:embed="rId4"/>
            <a:stretch>
              <a:fillRect/>
            </a:stretch>
          </a:blipFill>
        </p:spPr>
        <p:txBody>
          <a:bodyPr/>
          <a:lstStyle/>
          <a:p>
            <a:endParaRPr lang="en-GB"/>
          </a:p>
        </p:txBody>
      </p:sp>
      <p:sp>
        <p:nvSpPr>
          <p:cNvPr id="9" name="Freeform 9">
            <a:extLst>
              <a:ext uri="{C183D7F6-B498-43B3-948B-1728B52AA6E4}">
                <adec:decorative xmlns:adec="http://schemas.microsoft.com/office/drawing/2017/decorative" val="1"/>
              </a:ext>
            </a:extLst>
          </p:cNvPr>
          <p:cNvSpPr/>
          <p:nvPr/>
        </p:nvSpPr>
        <p:spPr>
          <a:xfrm rot="-1172374">
            <a:off x="10604563" y="5407379"/>
            <a:ext cx="1285380" cy="1285380"/>
          </a:xfrm>
          <a:custGeom>
            <a:avLst/>
            <a:gdLst/>
            <a:ahLst/>
            <a:cxnLst/>
            <a:rect l="l" t="t" r="r" b="b"/>
            <a:pathLst>
              <a:path w="1928070" h="1928070">
                <a:moveTo>
                  <a:pt x="0" y="0"/>
                </a:moveTo>
                <a:lnTo>
                  <a:pt x="1928070" y="0"/>
                </a:lnTo>
                <a:lnTo>
                  <a:pt x="1928070" y="1928070"/>
                </a:lnTo>
                <a:lnTo>
                  <a:pt x="0" y="1928070"/>
                </a:lnTo>
                <a:lnTo>
                  <a:pt x="0" y="0"/>
                </a:lnTo>
                <a:close/>
              </a:path>
            </a:pathLst>
          </a:custGeom>
          <a:blipFill>
            <a:blip r:embed="rId5"/>
            <a:stretch>
              <a:fillRect/>
            </a:stretch>
          </a:blipFill>
        </p:spPr>
        <p:txBody>
          <a:bodyPr/>
          <a:lstStyle/>
          <a:p>
            <a:endParaRPr lang="en-GB"/>
          </a:p>
        </p:txBody>
      </p:sp>
      <p:sp>
        <p:nvSpPr>
          <p:cNvPr id="11" name="TextBox 11"/>
          <p:cNvSpPr txBox="1">
            <a:spLocks noGrp="1"/>
          </p:cNvSpPr>
          <p:nvPr>
            <p:ph type="title" idx="4294967295"/>
          </p:nvPr>
        </p:nvSpPr>
        <p:spPr>
          <a:xfrm>
            <a:off x="411243" y="1180844"/>
            <a:ext cx="9552737" cy="827919"/>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ts val="7150"/>
              </a:lnSpc>
              <a:spcBef>
                <a:spcPts val="0"/>
              </a:spcBef>
              <a:defRPr/>
            </a:pPr>
            <a:r>
              <a:rPr lang="en-US" sz="4000" b="1" dirty="0">
                <a:solidFill>
                  <a:srgbClr val="000000"/>
                </a:solidFill>
                <a:ea typeface="+mn-ea"/>
                <a:cs typeface="+mn-cs"/>
              </a:rPr>
              <a:t>Linked In Alumni Tool</a:t>
            </a:r>
          </a:p>
        </p:txBody>
      </p:sp>
      <p:pic>
        <p:nvPicPr>
          <p:cNvPr id="12" name="Picture 11">
            <a:extLst>
              <a:ext uri="{FF2B5EF4-FFF2-40B4-BE49-F238E27FC236}">
                <a16:creationId xmlns:a16="http://schemas.microsoft.com/office/drawing/2014/main" id="{26E05D3E-F071-7FA1-F87B-9B870B93CCDD}"/>
              </a:ext>
            </a:extLst>
          </p:cNvPr>
          <p:cNvPicPr>
            <a:picLocks noChangeAspect="1"/>
          </p:cNvPicPr>
          <p:nvPr/>
        </p:nvPicPr>
        <p:blipFill>
          <a:blip r:embed="rId6"/>
          <a:stretch>
            <a:fillRect/>
          </a:stretch>
        </p:blipFill>
        <p:spPr>
          <a:xfrm>
            <a:off x="901973" y="1942821"/>
            <a:ext cx="7648170" cy="555932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C183D7F6-B498-43B3-948B-1728B52AA6E4}">
                <adec:decorative xmlns:adec="http://schemas.microsoft.com/office/drawing/2017/decorative" val="1"/>
              </a:ext>
            </a:extLst>
          </p:cNvPr>
          <p:cNvGrpSpPr/>
          <p:nvPr/>
        </p:nvGrpSpPr>
        <p:grpSpPr>
          <a:xfrm>
            <a:off x="0" y="0"/>
            <a:ext cx="12192000" cy="1132558"/>
            <a:chOff x="0" y="0"/>
            <a:chExt cx="4816593" cy="447430"/>
          </a:xfrm>
        </p:grpSpPr>
        <p:sp>
          <p:nvSpPr>
            <p:cNvPr id="3" name="Freeform 3"/>
            <p:cNvSpPr/>
            <p:nvPr/>
          </p:nvSpPr>
          <p:spPr>
            <a:xfrm>
              <a:off x="0" y="0"/>
              <a:ext cx="4816592" cy="447430"/>
            </a:xfrm>
            <a:custGeom>
              <a:avLst/>
              <a:gdLst/>
              <a:ahLst/>
              <a:cxnLst/>
              <a:rect l="l" t="t" r="r" b="b"/>
              <a:pathLst>
                <a:path w="4816592" h="447430">
                  <a:moveTo>
                    <a:pt x="0" y="0"/>
                  </a:moveTo>
                  <a:lnTo>
                    <a:pt x="4816592" y="0"/>
                  </a:lnTo>
                  <a:lnTo>
                    <a:pt x="4816592" y="447430"/>
                  </a:lnTo>
                  <a:lnTo>
                    <a:pt x="0" y="447430"/>
                  </a:lnTo>
                  <a:close/>
                </a:path>
              </a:pathLst>
            </a:custGeom>
            <a:solidFill>
              <a:srgbClr val="00C1D4"/>
            </a:solidFill>
          </p:spPr>
          <p:txBody>
            <a:bodyPr/>
            <a:lstStyle/>
            <a:p>
              <a:endParaRPr lang="en-GB"/>
            </a:p>
          </p:txBody>
        </p:sp>
        <p:sp>
          <p:nvSpPr>
            <p:cNvPr id="4" name="TextBox 4"/>
            <p:cNvSpPr txBox="1"/>
            <p:nvPr/>
          </p:nvSpPr>
          <p:spPr>
            <a:xfrm>
              <a:off x="0" y="-47625"/>
              <a:ext cx="812800" cy="860425"/>
            </a:xfrm>
            <a:prstGeom prst="rect">
              <a:avLst/>
            </a:prstGeom>
          </p:spPr>
          <p:txBody>
            <a:bodyPr lIns="33867" tIns="33867" rIns="33867" bIns="33867" rtlCol="0" anchor="ctr"/>
            <a:lstStyle/>
            <a:p>
              <a:pPr algn="ctr" defTabSz="609630">
                <a:lnSpc>
                  <a:spcPts val="1773"/>
                </a:lnSpc>
              </a:pPr>
              <a:endParaRPr sz="1200">
                <a:solidFill>
                  <a:prstClr val="black"/>
                </a:solidFill>
                <a:latin typeface="Calibri"/>
              </a:endParaRPr>
            </a:p>
          </p:txBody>
        </p:sp>
      </p:grpSp>
      <p:sp>
        <p:nvSpPr>
          <p:cNvPr id="5" name="Freeform 5">
            <a:extLst>
              <a:ext uri="{C183D7F6-B498-43B3-948B-1728B52AA6E4}">
                <adec:decorative xmlns:adec="http://schemas.microsoft.com/office/drawing/2017/decorative" val="1"/>
              </a:ext>
            </a:extLst>
          </p:cNvPr>
          <p:cNvSpPr/>
          <p:nvPr/>
        </p:nvSpPr>
        <p:spPr>
          <a:xfrm>
            <a:off x="10541158" y="121084"/>
            <a:ext cx="1505150" cy="903090"/>
          </a:xfrm>
          <a:custGeom>
            <a:avLst/>
            <a:gdLst/>
            <a:ahLst/>
            <a:cxnLst/>
            <a:rect l="l" t="t" r="r" b="b"/>
            <a:pathLst>
              <a:path w="2257725" h="1354635">
                <a:moveTo>
                  <a:pt x="0" y="0"/>
                </a:moveTo>
                <a:lnTo>
                  <a:pt x="2257726" y="0"/>
                </a:lnTo>
                <a:lnTo>
                  <a:pt x="2257726" y="1354635"/>
                </a:lnTo>
                <a:lnTo>
                  <a:pt x="0" y="1354635"/>
                </a:lnTo>
                <a:lnTo>
                  <a:pt x="0" y="0"/>
                </a:lnTo>
                <a:close/>
              </a:path>
            </a:pathLst>
          </a:custGeom>
          <a:blipFill>
            <a:blip r:embed="rId2"/>
            <a:stretch>
              <a:fillRect/>
            </a:stretch>
          </a:blipFill>
        </p:spPr>
        <p:txBody>
          <a:bodyPr/>
          <a:lstStyle/>
          <a:p>
            <a:endParaRPr lang="en-GB"/>
          </a:p>
        </p:txBody>
      </p:sp>
      <p:sp>
        <p:nvSpPr>
          <p:cNvPr id="6" name="Freeform 6">
            <a:extLst>
              <a:ext uri="{C183D7F6-B498-43B3-948B-1728B52AA6E4}">
                <adec:decorative xmlns:adec="http://schemas.microsoft.com/office/drawing/2017/decorative" val="1"/>
              </a:ext>
            </a:extLst>
          </p:cNvPr>
          <p:cNvSpPr/>
          <p:nvPr/>
        </p:nvSpPr>
        <p:spPr>
          <a:xfrm>
            <a:off x="301635" y="192267"/>
            <a:ext cx="1886212" cy="721277"/>
          </a:xfrm>
          <a:custGeom>
            <a:avLst/>
            <a:gdLst/>
            <a:ahLst/>
            <a:cxnLst/>
            <a:rect l="l" t="t" r="r" b="b"/>
            <a:pathLst>
              <a:path w="2829318" h="1081916">
                <a:moveTo>
                  <a:pt x="0" y="0"/>
                </a:moveTo>
                <a:lnTo>
                  <a:pt x="2829319" y="0"/>
                </a:lnTo>
                <a:lnTo>
                  <a:pt x="2829319" y="1081916"/>
                </a:lnTo>
                <a:lnTo>
                  <a:pt x="0" y="1081916"/>
                </a:lnTo>
                <a:lnTo>
                  <a:pt x="0" y="0"/>
                </a:lnTo>
                <a:close/>
              </a:path>
            </a:pathLst>
          </a:custGeom>
          <a:blipFill>
            <a:blip r:embed="rId3"/>
            <a:stretch>
              <a:fillRect/>
            </a:stretch>
          </a:blipFill>
        </p:spPr>
        <p:txBody>
          <a:bodyPr/>
          <a:lstStyle/>
          <a:p>
            <a:endParaRPr lang="en-GB"/>
          </a:p>
        </p:txBody>
      </p:sp>
      <p:sp>
        <p:nvSpPr>
          <p:cNvPr id="7" name="AutoShape 7">
            <a:extLst>
              <a:ext uri="{C183D7F6-B498-43B3-948B-1728B52AA6E4}">
                <adec:decorative xmlns:adec="http://schemas.microsoft.com/office/drawing/2017/decorative" val="1"/>
              </a:ext>
            </a:extLst>
          </p:cNvPr>
          <p:cNvSpPr/>
          <p:nvPr/>
        </p:nvSpPr>
        <p:spPr>
          <a:xfrm flipV="1">
            <a:off x="10407573" y="217679"/>
            <a:ext cx="0" cy="697201"/>
          </a:xfrm>
          <a:prstGeom prst="line">
            <a:avLst/>
          </a:prstGeom>
          <a:ln w="76200" cap="flat">
            <a:solidFill>
              <a:srgbClr val="000000"/>
            </a:solidFill>
            <a:prstDash val="solid"/>
            <a:headEnd type="none" w="sm" len="sm"/>
            <a:tailEnd type="none" w="sm" len="sm"/>
          </a:ln>
        </p:spPr>
        <p:txBody>
          <a:bodyPr/>
          <a:lstStyle/>
          <a:p>
            <a:endParaRPr lang="en-GB"/>
          </a:p>
        </p:txBody>
      </p:sp>
      <p:sp>
        <p:nvSpPr>
          <p:cNvPr id="8" name="Freeform 8">
            <a:extLst>
              <a:ext uri="{C183D7F6-B498-43B3-948B-1728B52AA6E4}">
                <adec:decorative xmlns:adec="http://schemas.microsoft.com/office/drawing/2017/decorative" val="1"/>
              </a:ext>
            </a:extLst>
          </p:cNvPr>
          <p:cNvSpPr/>
          <p:nvPr/>
        </p:nvSpPr>
        <p:spPr>
          <a:xfrm rot="-1209569">
            <a:off x="10774887" y="3986956"/>
            <a:ext cx="1280180" cy="1280180"/>
          </a:xfrm>
          <a:custGeom>
            <a:avLst/>
            <a:gdLst/>
            <a:ahLst/>
            <a:cxnLst/>
            <a:rect l="l" t="t" r="r" b="b"/>
            <a:pathLst>
              <a:path w="1920270" h="1920270">
                <a:moveTo>
                  <a:pt x="0" y="0"/>
                </a:moveTo>
                <a:lnTo>
                  <a:pt x="1920269" y="0"/>
                </a:lnTo>
                <a:lnTo>
                  <a:pt x="1920269" y="1920270"/>
                </a:lnTo>
                <a:lnTo>
                  <a:pt x="0" y="1920270"/>
                </a:lnTo>
                <a:lnTo>
                  <a:pt x="0" y="0"/>
                </a:lnTo>
                <a:close/>
              </a:path>
            </a:pathLst>
          </a:custGeom>
          <a:blipFill>
            <a:blip r:embed="rId4"/>
            <a:stretch>
              <a:fillRect/>
            </a:stretch>
          </a:blipFill>
        </p:spPr>
        <p:txBody>
          <a:bodyPr/>
          <a:lstStyle/>
          <a:p>
            <a:endParaRPr lang="en-GB"/>
          </a:p>
        </p:txBody>
      </p:sp>
      <p:sp>
        <p:nvSpPr>
          <p:cNvPr id="9" name="Freeform 9">
            <a:extLst>
              <a:ext uri="{C183D7F6-B498-43B3-948B-1728B52AA6E4}">
                <adec:decorative xmlns:adec="http://schemas.microsoft.com/office/drawing/2017/decorative" val="1"/>
              </a:ext>
            </a:extLst>
          </p:cNvPr>
          <p:cNvSpPr/>
          <p:nvPr/>
        </p:nvSpPr>
        <p:spPr>
          <a:xfrm rot="-1172374">
            <a:off x="10604563" y="5407379"/>
            <a:ext cx="1285380" cy="1285380"/>
          </a:xfrm>
          <a:custGeom>
            <a:avLst/>
            <a:gdLst/>
            <a:ahLst/>
            <a:cxnLst/>
            <a:rect l="l" t="t" r="r" b="b"/>
            <a:pathLst>
              <a:path w="1928070" h="1928070">
                <a:moveTo>
                  <a:pt x="0" y="0"/>
                </a:moveTo>
                <a:lnTo>
                  <a:pt x="1928070" y="0"/>
                </a:lnTo>
                <a:lnTo>
                  <a:pt x="1928070" y="1928070"/>
                </a:lnTo>
                <a:lnTo>
                  <a:pt x="0" y="1928070"/>
                </a:lnTo>
                <a:lnTo>
                  <a:pt x="0" y="0"/>
                </a:lnTo>
                <a:close/>
              </a:path>
            </a:pathLst>
          </a:custGeom>
          <a:blipFill>
            <a:blip r:embed="rId5"/>
            <a:stretch>
              <a:fillRect/>
            </a:stretch>
          </a:blipFill>
        </p:spPr>
        <p:txBody>
          <a:bodyPr/>
          <a:lstStyle/>
          <a:p>
            <a:endParaRPr lang="en-GB"/>
          </a:p>
        </p:txBody>
      </p:sp>
      <p:sp>
        <p:nvSpPr>
          <p:cNvPr id="11" name="TextBox 11"/>
          <p:cNvSpPr txBox="1">
            <a:spLocks noGrp="1"/>
          </p:cNvSpPr>
          <p:nvPr>
            <p:ph type="title" idx="4294967295"/>
          </p:nvPr>
        </p:nvSpPr>
        <p:spPr>
          <a:xfrm>
            <a:off x="472375" y="1389101"/>
            <a:ext cx="9552737" cy="827919"/>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ts val="7150"/>
              </a:lnSpc>
              <a:spcBef>
                <a:spcPts val="0"/>
              </a:spcBef>
              <a:defRPr/>
            </a:pPr>
            <a:r>
              <a:rPr lang="en-GB" sz="4000" b="1" dirty="0">
                <a:cs typeface="Arial"/>
              </a:rPr>
              <a:t>Build your network</a:t>
            </a:r>
            <a:endParaRPr lang="en-US" sz="4000" dirty="0">
              <a:solidFill>
                <a:srgbClr val="000000"/>
              </a:solidFill>
              <a:ea typeface="+mn-ea"/>
              <a:cs typeface="+mn-cs"/>
            </a:endParaRPr>
          </a:p>
        </p:txBody>
      </p:sp>
      <p:pic>
        <p:nvPicPr>
          <p:cNvPr id="12" name="Content Placeholder 3">
            <a:extLst>
              <a:ext uri="{FF2B5EF4-FFF2-40B4-BE49-F238E27FC236}">
                <a16:creationId xmlns:a16="http://schemas.microsoft.com/office/drawing/2014/main" id="{6F29EB4F-5A5F-76A6-33FF-BDDAB68C2A80}"/>
              </a:ext>
            </a:extLst>
          </p:cNvPr>
          <p:cNvPicPr>
            <a:picLocks noChangeAspect="1"/>
          </p:cNvPicPr>
          <p:nvPr/>
        </p:nvPicPr>
        <p:blipFill>
          <a:blip r:embed="rId6"/>
          <a:stretch>
            <a:fillRect/>
          </a:stretch>
        </p:blipFill>
        <p:spPr>
          <a:xfrm>
            <a:off x="3592780" y="2226238"/>
            <a:ext cx="4500268" cy="409575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C183D7F6-B498-43B3-948B-1728B52AA6E4}">
                <adec:decorative xmlns:adec="http://schemas.microsoft.com/office/drawing/2017/decorative" val="1"/>
              </a:ext>
            </a:extLst>
          </p:cNvPr>
          <p:cNvGrpSpPr/>
          <p:nvPr/>
        </p:nvGrpSpPr>
        <p:grpSpPr>
          <a:xfrm>
            <a:off x="0" y="0"/>
            <a:ext cx="12192000" cy="1132558"/>
            <a:chOff x="0" y="0"/>
            <a:chExt cx="4816593" cy="447430"/>
          </a:xfrm>
        </p:grpSpPr>
        <p:sp>
          <p:nvSpPr>
            <p:cNvPr id="3" name="Freeform 3"/>
            <p:cNvSpPr/>
            <p:nvPr/>
          </p:nvSpPr>
          <p:spPr>
            <a:xfrm>
              <a:off x="0" y="0"/>
              <a:ext cx="4816592" cy="447430"/>
            </a:xfrm>
            <a:custGeom>
              <a:avLst/>
              <a:gdLst/>
              <a:ahLst/>
              <a:cxnLst/>
              <a:rect l="l" t="t" r="r" b="b"/>
              <a:pathLst>
                <a:path w="4816592" h="447430">
                  <a:moveTo>
                    <a:pt x="0" y="0"/>
                  </a:moveTo>
                  <a:lnTo>
                    <a:pt x="4816592" y="0"/>
                  </a:lnTo>
                  <a:lnTo>
                    <a:pt x="4816592" y="447430"/>
                  </a:lnTo>
                  <a:lnTo>
                    <a:pt x="0" y="447430"/>
                  </a:lnTo>
                  <a:close/>
                </a:path>
              </a:pathLst>
            </a:custGeom>
            <a:solidFill>
              <a:srgbClr val="00C1D4"/>
            </a:solidFill>
          </p:spPr>
          <p:txBody>
            <a:bodyPr/>
            <a:lstStyle/>
            <a:p>
              <a:endParaRPr lang="en-GB"/>
            </a:p>
          </p:txBody>
        </p:sp>
        <p:sp>
          <p:nvSpPr>
            <p:cNvPr id="4" name="TextBox 4"/>
            <p:cNvSpPr txBox="1"/>
            <p:nvPr/>
          </p:nvSpPr>
          <p:spPr>
            <a:xfrm>
              <a:off x="0" y="-47625"/>
              <a:ext cx="812800" cy="860425"/>
            </a:xfrm>
            <a:prstGeom prst="rect">
              <a:avLst/>
            </a:prstGeom>
          </p:spPr>
          <p:txBody>
            <a:bodyPr lIns="33867" tIns="33867" rIns="33867" bIns="33867" rtlCol="0" anchor="ctr"/>
            <a:lstStyle/>
            <a:p>
              <a:pPr algn="ctr" defTabSz="609630">
                <a:lnSpc>
                  <a:spcPts val="1773"/>
                </a:lnSpc>
              </a:pPr>
              <a:endParaRPr sz="1200">
                <a:solidFill>
                  <a:prstClr val="black"/>
                </a:solidFill>
                <a:latin typeface="Calibri"/>
              </a:endParaRPr>
            </a:p>
          </p:txBody>
        </p:sp>
      </p:grpSp>
      <p:sp>
        <p:nvSpPr>
          <p:cNvPr id="5" name="Freeform 5">
            <a:extLst>
              <a:ext uri="{C183D7F6-B498-43B3-948B-1728B52AA6E4}">
                <adec:decorative xmlns:adec="http://schemas.microsoft.com/office/drawing/2017/decorative" val="1"/>
              </a:ext>
            </a:extLst>
          </p:cNvPr>
          <p:cNvSpPr/>
          <p:nvPr/>
        </p:nvSpPr>
        <p:spPr>
          <a:xfrm>
            <a:off x="10541158" y="121084"/>
            <a:ext cx="1505150" cy="903090"/>
          </a:xfrm>
          <a:custGeom>
            <a:avLst/>
            <a:gdLst/>
            <a:ahLst/>
            <a:cxnLst/>
            <a:rect l="l" t="t" r="r" b="b"/>
            <a:pathLst>
              <a:path w="2257725" h="1354635">
                <a:moveTo>
                  <a:pt x="0" y="0"/>
                </a:moveTo>
                <a:lnTo>
                  <a:pt x="2257726" y="0"/>
                </a:lnTo>
                <a:lnTo>
                  <a:pt x="2257726" y="1354635"/>
                </a:lnTo>
                <a:lnTo>
                  <a:pt x="0" y="1354635"/>
                </a:lnTo>
                <a:lnTo>
                  <a:pt x="0" y="0"/>
                </a:lnTo>
                <a:close/>
              </a:path>
            </a:pathLst>
          </a:custGeom>
          <a:blipFill>
            <a:blip r:embed="rId2"/>
            <a:stretch>
              <a:fillRect/>
            </a:stretch>
          </a:blipFill>
        </p:spPr>
        <p:txBody>
          <a:bodyPr/>
          <a:lstStyle/>
          <a:p>
            <a:endParaRPr lang="en-GB"/>
          </a:p>
        </p:txBody>
      </p:sp>
      <p:sp>
        <p:nvSpPr>
          <p:cNvPr id="6" name="Freeform 6">
            <a:extLst>
              <a:ext uri="{C183D7F6-B498-43B3-948B-1728B52AA6E4}">
                <adec:decorative xmlns:adec="http://schemas.microsoft.com/office/drawing/2017/decorative" val="1"/>
              </a:ext>
            </a:extLst>
          </p:cNvPr>
          <p:cNvSpPr/>
          <p:nvPr/>
        </p:nvSpPr>
        <p:spPr>
          <a:xfrm>
            <a:off x="301635" y="192267"/>
            <a:ext cx="1886212" cy="721277"/>
          </a:xfrm>
          <a:custGeom>
            <a:avLst/>
            <a:gdLst/>
            <a:ahLst/>
            <a:cxnLst/>
            <a:rect l="l" t="t" r="r" b="b"/>
            <a:pathLst>
              <a:path w="2829318" h="1081916">
                <a:moveTo>
                  <a:pt x="0" y="0"/>
                </a:moveTo>
                <a:lnTo>
                  <a:pt x="2829319" y="0"/>
                </a:lnTo>
                <a:lnTo>
                  <a:pt x="2829319" y="1081916"/>
                </a:lnTo>
                <a:lnTo>
                  <a:pt x="0" y="1081916"/>
                </a:lnTo>
                <a:lnTo>
                  <a:pt x="0" y="0"/>
                </a:lnTo>
                <a:close/>
              </a:path>
            </a:pathLst>
          </a:custGeom>
          <a:blipFill>
            <a:blip r:embed="rId3"/>
            <a:stretch>
              <a:fillRect/>
            </a:stretch>
          </a:blipFill>
        </p:spPr>
        <p:txBody>
          <a:bodyPr/>
          <a:lstStyle/>
          <a:p>
            <a:endParaRPr lang="en-GB"/>
          </a:p>
        </p:txBody>
      </p:sp>
      <p:sp>
        <p:nvSpPr>
          <p:cNvPr id="7" name="AutoShape 7">
            <a:extLst>
              <a:ext uri="{C183D7F6-B498-43B3-948B-1728B52AA6E4}">
                <adec:decorative xmlns:adec="http://schemas.microsoft.com/office/drawing/2017/decorative" val="1"/>
              </a:ext>
            </a:extLst>
          </p:cNvPr>
          <p:cNvSpPr/>
          <p:nvPr/>
        </p:nvSpPr>
        <p:spPr>
          <a:xfrm flipV="1">
            <a:off x="10407573" y="217679"/>
            <a:ext cx="0" cy="697201"/>
          </a:xfrm>
          <a:prstGeom prst="line">
            <a:avLst/>
          </a:prstGeom>
          <a:ln w="76200" cap="flat">
            <a:solidFill>
              <a:srgbClr val="000000"/>
            </a:solidFill>
            <a:prstDash val="solid"/>
            <a:headEnd type="none" w="sm" len="sm"/>
            <a:tailEnd type="none" w="sm" len="sm"/>
          </a:ln>
        </p:spPr>
        <p:txBody>
          <a:bodyPr/>
          <a:lstStyle/>
          <a:p>
            <a:endParaRPr lang="en-GB"/>
          </a:p>
        </p:txBody>
      </p:sp>
      <p:sp>
        <p:nvSpPr>
          <p:cNvPr id="8" name="Freeform 8">
            <a:extLst>
              <a:ext uri="{C183D7F6-B498-43B3-948B-1728B52AA6E4}">
                <adec:decorative xmlns:adec="http://schemas.microsoft.com/office/drawing/2017/decorative" val="1"/>
              </a:ext>
            </a:extLst>
          </p:cNvPr>
          <p:cNvSpPr/>
          <p:nvPr/>
        </p:nvSpPr>
        <p:spPr>
          <a:xfrm rot="-1209569">
            <a:off x="10774887" y="3986956"/>
            <a:ext cx="1280180" cy="1280180"/>
          </a:xfrm>
          <a:custGeom>
            <a:avLst/>
            <a:gdLst/>
            <a:ahLst/>
            <a:cxnLst/>
            <a:rect l="l" t="t" r="r" b="b"/>
            <a:pathLst>
              <a:path w="1920270" h="1920270">
                <a:moveTo>
                  <a:pt x="0" y="0"/>
                </a:moveTo>
                <a:lnTo>
                  <a:pt x="1920269" y="0"/>
                </a:lnTo>
                <a:lnTo>
                  <a:pt x="1920269" y="1920270"/>
                </a:lnTo>
                <a:lnTo>
                  <a:pt x="0" y="1920270"/>
                </a:lnTo>
                <a:lnTo>
                  <a:pt x="0" y="0"/>
                </a:lnTo>
                <a:close/>
              </a:path>
            </a:pathLst>
          </a:custGeom>
          <a:blipFill>
            <a:blip r:embed="rId4"/>
            <a:stretch>
              <a:fillRect/>
            </a:stretch>
          </a:blipFill>
        </p:spPr>
        <p:txBody>
          <a:bodyPr/>
          <a:lstStyle/>
          <a:p>
            <a:endParaRPr lang="en-GB"/>
          </a:p>
        </p:txBody>
      </p:sp>
      <p:sp>
        <p:nvSpPr>
          <p:cNvPr id="9" name="Freeform 9">
            <a:extLst>
              <a:ext uri="{C183D7F6-B498-43B3-948B-1728B52AA6E4}">
                <adec:decorative xmlns:adec="http://schemas.microsoft.com/office/drawing/2017/decorative" val="1"/>
              </a:ext>
            </a:extLst>
          </p:cNvPr>
          <p:cNvSpPr/>
          <p:nvPr/>
        </p:nvSpPr>
        <p:spPr>
          <a:xfrm rot="-1172374">
            <a:off x="10604563" y="5407379"/>
            <a:ext cx="1285380" cy="1285380"/>
          </a:xfrm>
          <a:custGeom>
            <a:avLst/>
            <a:gdLst/>
            <a:ahLst/>
            <a:cxnLst/>
            <a:rect l="l" t="t" r="r" b="b"/>
            <a:pathLst>
              <a:path w="1928070" h="1928070">
                <a:moveTo>
                  <a:pt x="0" y="0"/>
                </a:moveTo>
                <a:lnTo>
                  <a:pt x="1928070" y="0"/>
                </a:lnTo>
                <a:lnTo>
                  <a:pt x="1928070" y="1928070"/>
                </a:lnTo>
                <a:lnTo>
                  <a:pt x="0" y="1928070"/>
                </a:lnTo>
                <a:lnTo>
                  <a:pt x="0" y="0"/>
                </a:lnTo>
                <a:close/>
              </a:path>
            </a:pathLst>
          </a:custGeom>
          <a:blipFill>
            <a:blip r:embed="rId5"/>
            <a:stretch>
              <a:fillRect/>
            </a:stretch>
          </a:blipFill>
        </p:spPr>
        <p:txBody>
          <a:bodyPr/>
          <a:lstStyle/>
          <a:p>
            <a:endParaRPr lang="en-GB"/>
          </a:p>
        </p:txBody>
      </p:sp>
      <p:sp>
        <p:nvSpPr>
          <p:cNvPr id="11" name="TextBox 11"/>
          <p:cNvSpPr txBox="1">
            <a:spLocks noGrp="1"/>
          </p:cNvSpPr>
          <p:nvPr>
            <p:ph type="title" idx="4294967295"/>
          </p:nvPr>
        </p:nvSpPr>
        <p:spPr>
          <a:xfrm>
            <a:off x="472375" y="1389101"/>
            <a:ext cx="9552737" cy="827919"/>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ts val="7150"/>
              </a:lnSpc>
              <a:spcBef>
                <a:spcPts val="0"/>
              </a:spcBef>
              <a:defRPr/>
            </a:pPr>
            <a:r>
              <a:rPr lang="en-GB" sz="4000" b="1" dirty="0">
                <a:latin typeface="Arial"/>
                <a:cs typeface="Arial"/>
              </a:rPr>
              <a:t>Build your network</a:t>
            </a:r>
            <a:endParaRPr lang="en-US" sz="4000" dirty="0">
              <a:solidFill>
                <a:srgbClr val="000000"/>
              </a:solidFill>
              <a:ea typeface="+mn-ea"/>
              <a:cs typeface="+mn-cs"/>
            </a:endParaRPr>
          </a:p>
        </p:txBody>
      </p:sp>
      <p:graphicFrame>
        <p:nvGraphicFramePr>
          <p:cNvPr id="15" name="TextBox 10">
            <a:extLst>
              <a:ext uri="{FF2B5EF4-FFF2-40B4-BE49-F238E27FC236}">
                <a16:creationId xmlns:a16="http://schemas.microsoft.com/office/drawing/2014/main" id="{9155CCA6-F13B-6B34-8E64-C92BC19A6270}"/>
              </a:ext>
            </a:extLst>
          </p:cNvPr>
          <p:cNvGraphicFramePr/>
          <p:nvPr/>
        </p:nvGraphicFramePr>
        <p:xfrm>
          <a:off x="472375" y="2226238"/>
          <a:ext cx="10361088" cy="334784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2">
            <a:extLst>
              <a:ext uri="{C183D7F6-B498-43B3-948B-1728B52AA6E4}">
                <adec:decorative xmlns:adec="http://schemas.microsoft.com/office/drawing/2017/decorative" val="1"/>
              </a:ext>
            </a:extLst>
          </p:cNvPr>
          <p:cNvGrpSpPr/>
          <p:nvPr/>
        </p:nvGrpSpPr>
        <p:grpSpPr>
          <a:xfrm>
            <a:off x="-8982" y="19010"/>
            <a:ext cx="12192000" cy="1132558"/>
            <a:chOff x="0" y="0"/>
            <a:chExt cx="4816593" cy="447430"/>
          </a:xfrm>
        </p:grpSpPr>
        <p:sp>
          <p:nvSpPr>
            <p:cNvPr id="3" name="Freeform 3"/>
            <p:cNvSpPr/>
            <p:nvPr/>
          </p:nvSpPr>
          <p:spPr>
            <a:xfrm>
              <a:off x="0" y="0"/>
              <a:ext cx="4816592" cy="447430"/>
            </a:xfrm>
            <a:custGeom>
              <a:avLst/>
              <a:gdLst/>
              <a:ahLst/>
              <a:cxnLst/>
              <a:rect l="l" t="t" r="r" b="b"/>
              <a:pathLst>
                <a:path w="4816592" h="447430">
                  <a:moveTo>
                    <a:pt x="0" y="0"/>
                  </a:moveTo>
                  <a:lnTo>
                    <a:pt x="4816592" y="0"/>
                  </a:lnTo>
                  <a:lnTo>
                    <a:pt x="4816592" y="447430"/>
                  </a:lnTo>
                  <a:lnTo>
                    <a:pt x="0" y="447430"/>
                  </a:lnTo>
                  <a:close/>
                </a:path>
              </a:pathLst>
            </a:custGeom>
            <a:solidFill>
              <a:srgbClr val="FF6A00"/>
            </a:solidFill>
          </p:spPr>
          <p:txBody>
            <a:bodyPr/>
            <a:lstStyle/>
            <a:p>
              <a:endParaRPr lang="en-GB"/>
            </a:p>
          </p:txBody>
        </p:sp>
        <p:sp>
          <p:nvSpPr>
            <p:cNvPr id="4" name="TextBox 4"/>
            <p:cNvSpPr txBox="1"/>
            <p:nvPr/>
          </p:nvSpPr>
          <p:spPr>
            <a:xfrm>
              <a:off x="0" y="-47625"/>
              <a:ext cx="812800" cy="860425"/>
            </a:xfrm>
            <a:prstGeom prst="rect">
              <a:avLst/>
            </a:prstGeom>
          </p:spPr>
          <p:txBody>
            <a:bodyPr lIns="33867" tIns="33867" rIns="33867" bIns="33867" rtlCol="0" anchor="ctr"/>
            <a:lstStyle/>
            <a:p>
              <a:pPr algn="ctr" defTabSz="609630">
                <a:lnSpc>
                  <a:spcPts val="1773"/>
                </a:lnSpc>
              </a:pPr>
              <a:endParaRPr sz="1200">
                <a:solidFill>
                  <a:prstClr val="black"/>
                </a:solidFill>
                <a:latin typeface="Calibri"/>
              </a:endParaRPr>
            </a:p>
          </p:txBody>
        </p:sp>
      </p:grpSp>
      <p:sp>
        <p:nvSpPr>
          <p:cNvPr id="5" name="Freeform 5">
            <a:extLst>
              <a:ext uri="{C183D7F6-B498-43B3-948B-1728B52AA6E4}">
                <adec:decorative xmlns:adec="http://schemas.microsoft.com/office/drawing/2017/decorative" val="1"/>
              </a:ext>
            </a:extLst>
          </p:cNvPr>
          <p:cNvSpPr/>
          <p:nvPr/>
        </p:nvSpPr>
        <p:spPr>
          <a:xfrm rot="-1209182">
            <a:off x="10795066" y="4007482"/>
            <a:ext cx="1275886" cy="1275886"/>
          </a:xfrm>
          <a:custGeom>
            <a:avLst/>
            <a:gdLst/>
            <a:ahLst/>
            <a:cxnLst/>
            <a:rect l="l" t="t" r="r" b="b"/>
            <a:pathLst>
              <a:path w="1913829" h="1913829">
                <a:moveTo>
                  <a:pt x="0" y="0"/>
                </a:moveTo>
                <a:lnTo>
                  <a:pt x="1913828" y="0"/>
                </a:lnTo>
                <a:lnTo>
                  <a:pt x="1913828" y="1913828"/>
                </a:lnTo>
                <a:lnTo>
                  <a:pt x="0" y="1913828"/>
                </a:lnTo>
                <a:lnTo>
                  <a:pt x="0" y="0"/>
                </a:lnTo>
                <a:close/>
              </a:path>
            </a:pathLst>
          </a:custGeom>
          <a:blipFill>
            <a:blip r:embed="rId3"/>
            <a:stretch>
              <a:fillRect/>
            </a:stretch>
          </a:blipFill>
        </p:spPr>
        <p:txBody>
          <a:bodyPr/>
          <a:lstStyle/>
          <a:p>
            <a:endParaRPr lang="en-GB"/>
          </a:p>
        </p:txBody>
      </p:sp>
      <p:sp>
        <p:nvSpPr>
          <p:cNvPr id="6" name="Freeform 6">
            <a:extLst>
              <a:ext uri="{C183D7F6-B498-43B3-948B-1728B52AA6E4}">
                <adec:decorative xmlns:adec="http://schemas.microsoft.com/office/drawing/2017/decorative" val="1"/>
              </a:ext>
            </a:extLst>
          </p:cNvPr>
          <p:cNvSpPr/>
          <p:nvPr/>
        </p:nvSpPr>
        <p:spPr>
          <a:xfrm rot="-1172374">
            <a:off x="10631257" y="5420794"/>
            <a:ext cx="1262441" cy="1262441"/>
          </a:xfrm>
          <a:custGeom>
            <a:avLst/>
            <a:gdLst/>
            <a:ahLst/>
            <a:cxnLst/>
            <a:rect l="l" t="t" r="r" b="b"/>
            <a:pathLst>
              <a:path w="1893662" h="1893662">
                <a:moveTo>
                  <a:pt x="0" y="0"/>
                </a:moveTo>
                <a:lnTo>
                  <a:pt x="1893662" y="0"/>
                </a:lnTo>
                <a:lnTo>
                  <a:pt x="1893662" y="1893662"/>
                </a:lnTo>
                <a:lnTo>
                  <a:pt x="0" y="1893662"/>
                </a:lnTo>
                <a:lnTo>
                  <a:pt x="0" y="0"/>
                </a:lnTo>
                <a:close/>
              </a:path>
            </a:pathLst>
          </a:custGeom>
          <a:blipFill>
            <a:blip r:embed="rId4"/>
            <a:stretch>
              <a:fillRect/>
            </a:stretch>
          </a:blipFill>
        </p:spPr>
        <p:txBody>
          <a:bodyPr/>
          <a:lstStyle/>
          <a:p>
            <a:endParaRPr lang="en-GB"/>
          </a:p>
        </p:txBody>
      </p:sp>
      <p:sp>
        <p:nvSpPr>
          <p:cNvPr id="8" name="TextBox 8"/>
          <p:cNvSpPr txBox="1">
            <a:spLocks noGrp="1"/>
          </p:cNvSpPr>
          <p:nvPr>
            <p:ph type="title" idx="4294967295"/>
          </p:nvPr>
        </p:nvSpPr>
        <p:spPr>
          <a:xfrm>
            <a:off x="1" y="1389592"/>
            <a:ext cx="9553575" cy="827919"/>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ts val="7150"/>
              </a:lnSpc>
              <a:spcBef>
                <a:spcPts val="0"/>
              </a:spcBef>
              <a:defRPr/>
            </a:pPr>
            <a:r>
              <a:rPr lang="en-US" sz="4000" b="1" dirty="0">
                <a:solidFill>
                  <a:srgbClr val="000000"/>
                </a:solidFill>
                <a:ea typeface="+mn-ea"/>
                <a:cs typeface="+mn-cs"/>
              </a:rPr>
              <a:t>Follow companies &amp; people</a:t>
            </a:r>
          </a:p>
        </p:txBody>
      </p:sp>
      <p:sp>
        <p:nvSpPr>
          <p:cNvPr id="9" name="Freeform 9">
            <a:extLst>
              <a:ext uri="{C183D7F6-B498-43B3-948B-1728B52AA6E4}">
                <adec:decorative xmlns:adec="http://schemas.microsoft.com/office/drawing/2017/decorative" val="1"/>
              </a:ext>
            </a:extLst>
          </p:cNvPr>
          <p:cNvSpPr/>
          <p:nvPr/>
        </p:nvSpPr>
        <p:spPr>
          <a:xfrm>
            <a:off x="10541158" y="121084"/>
            <a:ext cx="1505150" cy="903090"/>
          </a:xfrm>
          <a:custGeom>
            <a:avLst/>
            <a:gdLst/>
            <a:ahLst/>
            <a:cxnLst/>
            <a:rect l="l" t="t" r="r" b="b"/>
            <a:pathLst>
              <a:path w="2257725" h="1354635">
                <a:moveTo>
                  <a:pt x="0" y="0"/>
                </a:moveTo>
                <a:lnTo>
                  <a:pt x="2257726" y="0"/>
                </a:lnTo>
                <a:lnTo>
                  <a:pt x="2257726" y="1354635"/>
                </a:lnTo>
                <a:lnTo>
                  <a:pt x="0" y="1354635"/>
                </a:lnTo>
                <a:lnTo>
                  <a:pt x="0" y="0"/>
                </a:lnTo>
                <a:close/>
              </a:path>
            </a:pathLst>
          </a:custGeom>
          <a:blipFill>
            <a:blip r:embed="rId5"/>
            <a:stretch>
              <a:fillRect/>
            </a:stretch>
          </a:blipFill>
        </p:spPr>
        <p:txBody>
          <a:bodyPr/>
          <a:lstStyle/>
          <a:p>
            <a:endParaRPr lang="en-GB"/>
          </a:p>
        </p:txBody>
      </p:sp>
      <p:sp>
        <p:nvSpPr>
          <p:cNvPr id="10" name="Freeform 10">
            <a:extLst>
              <a:ext uri="{C183D7F6-B498-43B3-948B-1728B52AA6E4}">
                <adec:decorative xmlns:adec="http://schemas.microsoft.com/office/drawing/2017/decorative" val="1"/>
              </a:ext>
            </a:extLst>
          </p:cNvPr>
          <p:cNvSpPr/>
          <p:nvPr/>
        </p:nvSpPr>
        <p:spPr>
          <a:xfrm>
            <a:off x="301635" y="192267"/>
            <a:ext cx="1886212" cy="721277"/>
          </a:xfrm>
          <a:custGeom>
            <a:avLst/>
            <a:gdLst/>
            <a:ahLst/>
            <a:cxnLst/>
            <a:rect l="l" t="t" r="r" b="b"/>
            <a:pathLst>
              <a:path w="2829318" h="1081916">
                <a:moveTo>
                  <a:pt x="0" y="0"/>
                </a:moveTo>
                <a:lnTo>
                  <a:pt x="2829319" y="0"/>
                </a:lnTo>
                <a:lnTo>
                  <a:pt x="2829319" y="1081916"/>
                </a:lnTo>
                <a:lnTo>
                  <a:pt x="0" y="1081916"/>
                </a:lnTo>
                <a:lnTo>
                  <a:pt x="0" y="0"/>
                </a:lnTo>
                <a:close/>
              </a:path>
            </a:pathLst>
          </a:custGeom>
          <a:blipFill>
            <a:blip r:embed="rId6"/>
            <a:stretch>
              <a:fillRect/>
            </a:stretch>
          </a:blipFill>
        </p:spPr>
        <p:txBody>
          <a:bodyPr/>
          <a:lstStyle/>
          <a:p>
            <a:endParaRPr lang="en-GB"/>
          </a:p>
        </p:txBody>
      </p:sp>
      <p:sp>
        <p:nvSpPr>
          <p:cNvPr id="11" name="AutoShape 11">
            <a:extLst>
              <a:ext uri="{C183D7F6-B498-43B3-948B-1728B52AA6E4}">
                <adec:decorative xmlns:adec="http://schemas.microsoft.com/office/drawing/2017/decorative" val="1"/>
              </a:ext>
            </a:extLst>
          </p:cNvPr>
          <p:cNvSpPr/>
          <p:nvPr/>
        </p:nvSpPr>
        <p:spPr>
          <a:xfrm flipV="1">
            <a:off x="10407573" y="217679"/>
            <a:ext cx="0" cy="697201"/>
          </a:xfrm>
          <a:prstGeom prst="line">
            <a:avLst/>
          </a:prstGeom>
          <a:ln w="76200" cap="flat">
            <a:solidFill>
              <a:srgbClr val="000000"/>
            </a:solidFill>
            <a:prstDash val="solid"/>
            <a:headEnd type="none" w="sm" len="sm"/>
            <a:tailEnd type="none" w="sm" len="sm"/>
          </a:ln>
        </p:spPr>
        <p:txBody>
          <a:bodyPr/>
          <a:lstStyle/>
          <a:p>
            <a:endParaRPr lang="en-GB"/>
          </a:p>
        </p:txBody>
      </p:sp>
      <p:sp>
        <p:nvSpPr>
          <p:cNvPr id="12" name="Lightning Bolt 11">
            <a:extLst>
              <a:ext uri="{FF2B5EF4-FFF2-40B4-BE49-F238E27FC236}">
                <a16:creationId xmlns:a16="http://schemas.microsoft.com/office/drawing/2014/main" id="{749AB932-00A9-4D65-6C13-0B8ACF9632AB}"/>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en-GB" sz="1200">
              <a:solidFill>
                <a:prstClr val="white"/>
              </a:solidFill>
              <a:latin typeface="Calibri"/>
            </a:endParaRPr>
          </a:p>
        </p:txBody>
      </p:sp>
      <p:sp>
        <p:nvSpPr>
          <p:cNvPr id="13" name="Lightning Bolt 12">
            <a:extLst>
              <a:ext uri="{FF2B5EF4-FFF2-40B4-BE49-F238E27FC236}">
                <a16:creationId xmlns:a16="http://schemas.microsoft.com/office/drawing/2014/main" id="{C7F2583C-3635-B5C0-EFC1-09D959819C69}"/>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en-GB" sz="1200">
              <a:solidFill>
                <a:prstClr val="white"/>
              </a:solidFill>
              <a:latin typeface="Calibri"/>
            </a:endParaRPr>
          </a:p>
        </p:txBody>
      </p:sp>
      <p:sp>
        <p:nvSpPr>
          <p:cNvPr id="14" name="Lightning Bolt 13">
            <a:extLst>
              <a:ext uri="{FF2B5EF4-FFF2-40B4-BE49-F238E27FC236}">
                <a16:creationId xmlns:a16="http://schemas.microsoft.com/office/drawing/2014/main" id="{E564E405-6046-84F8-17B8-7EC8E8411A4E}"/>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en-GB" sz="1200">
              <a:solidFill>
                <a:prstClr val="white"/>
              </a:solidFill>
              <a:latin typeface="Calibri"/>
            </a:endParaRPr>
          </a:p>
        </p:txBody>
      </p:sp>
      <p:sp>
        <p:nvSpPr>
          <p:cNvPr id="15" name="Lightning Bolt 14">
            <a:extLst>
              <a:ext uri="{FF2B5EF4-FFF2-40B4-BE49-F238E27FC236}">
                <a16:creationId xmlns:a16="http://schemas.microsoft.com/office/drawing/2014/main" id="{8ECE4098-E24F-DC75-928F-B1AEFC9BDF93}"/>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en-GB" sz="1200">
              <a:solidFill>
                <a:prstClr val="white"/>
              </a:solidFill>
              <a:latin typeface="Calibri"/>
            </a:endParaRPr>
          </a:p>
        </p:txBody>
      </p:sp>
      <p:pic>
        <p:nvPicPr>
          <p:cNvPr id="16" name="Content Placeholder 3">
            <a:extLst>
              <a:ext uri="{FF2B5EF4-FFF2-40B4-BE49-F238E27FC236}">
                <a16:creationId xmlns:a16="http://schemas.microsoft.com/office/drawing/2014/main" id="{728B029D-9651-AEA0-FD69-CB839EA6D014}"/>
              </a:ext>
            </a:extLst>
          </p:cNvPr>
          <p:cNvPicPr>
            <a:picLocks noChangeAspect="1"/>
          </p:cNvPicPr>
          <p:nvPr/>
        </p:nvPicPr>
        <p:blipFill>
          <a:blip r:embed="rId7"/>
          <a:stretch>
            <a:fillRect/>
          </a:stretch>
        </p:blipFill>
        <p:spPr>
          <a:xfrm>
            <a:off x="2599633" y="2430005"/>
            <a:ext cx="5516846" cy="4095750"/>
          </a:xfrm>
          <a:prstGeom prst="rect">
            <a:avLst/>
          </a:prstGeom>
        </p:spPr>
      </p:pic>
    </p:spTree>
    <p:extLst>
      <p:ext uri="{BB962C8B-B14F-4D97-AF65-F5344CB8AC3E}">
        <p14:creationId xmlns:p14="http://schemas.microsoft.com/office/powerpoint/2010/main" val="2328607228"/>
      </p:ext>
    </p:extLst>
  </p:cSld>
  <p:clrMapOvr>
    <a:overrideClrMapping bg1="lt1" tx1="dk1" bg2="lt2" tx2="dk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2">
            <a:extLst>
              <a:ext uri="{C183D7F6-B498-43B3-948B-1728B52AA6E4}">
                <adec:decorative xmlns:adec="http://schemas.microsoft.com/office/drawing/2017/decorative" val="1"/>
              </a:ext>
            </a:extLst>
          </p:cNvPr>
          <p:cNvGrpSpPr/>
          <p:nvPr/>
        </p:nvGrpSpPr>
        <p:grpSpPr>
          <a:xfrm>
            <a:off x="-8982" y="19010"/>
            <a:ext cx="12192000" cy="1132558"/>
            <a:chOff x="0" y="0"/>
            <a:chExt cx="4816593" cy="447430"/>
          </a:xfrm>
        </p:grpSpPr>
        <p:sp>
          <p:nvSpPr>
            <p:cNvPr id="3" name="Freeform 3"/>
            <p:cNvSpPr/>
            <p:nvPr/>
          </p:nvSpPr>
          <p:spPr>
            <a:xfrm>
              <a:off x="0" y="0"/>
              <a:ext cx="4816592" cy="447430"/>
            </a:xfrm>
            <a:custGeom>
              <a:avLst/>
              <a:gdLst/>
              <a:ahLst/>
              <a:cxnLst/>
              <a:rect l="l" t="t" r="r" b="b"/>
              <a:pathLst>
                <a:path w="4816592" h="447430">
                  <a:moveTo>
                    <a:pt x="0" y="0"/>
                  </a:moveTo>
                  <a:lnTo>
                    <a:pt x="4816592" y="0"/>
                  </a:lnTo>
                  <a:lnTo>
                    <a:pt x="4816592" y="447430"/>
                  </a:lnTo>
                  <a:lnTo>
                    <a:pt x="0" y="447430"/>
                  </a:lnTo>
                  <a:close/>
                </a:path>
              </a:pathLst>
            </a:custGeom>
            <a:solidFill>
              <a:srgbClr val="FF6A00"/>
            </a:solidFill>
          </p:spPr>
          <p:txBody>
            <a:bodyPr/>
            <a:lstStyle/>
            <a:p>
              <a:endParaRPr lang="en-GB"/>
            </a:p>
          </p:txBody>
        </p:sp>
        <p:sp>
          <p:nvSpPr>
            <p:cNvPr id="4" name="TextBox 4"/>
            <p:cNvSpPr txBox="1"/>
            <p:nvPr/>
          </p:nvSpPr>
          <p:spPr>
            <a:xfrm>
              <a:off x="0" y="-47625"/>
              <a:ext cx="812800" cy="860425"/>
            </a:xfrm>
            <a:prstGeom prst="rect">
              <a:avLst/>
            </a:prstGeom>
          </p:spPr>
          <p:txBody>
            <a:bodyPr lIns="33867" tIns="33867" rIns="33867" bIns="33867" rtlCol="0" anchor="ctr"/>
            <a:lstStyle/>
            <a:p>
              <a:pPr algn="ctr" defTabSz="609630">
                <a:lnSpc>
                  <a:spcPts val="1773"/>
                </a:lnSpc>
              </a:pPr>
              <a:endParaRPr sz="1200">
                <a:solidFill>
                  <a:prstClr val="black"/>
                </a:solidFill>
                <a:latin typeface="Calibri"/>
              </a:endParaRPr>
            </a:p>
          </p:txBody>
        </p:sp>
      </p:grpSp>
      <p:sp>
        <p:nvSpPr>
          <p:cNvPr id="5" name="Freeform 5">
            <a:extLst>
              <a:ext uri="{C183D7F6-B498-43B3-948B-1728B52AA6E4}">
                <adec:decorative xmlns:adec="http://schemas.microsoft.com/office/drawing/2017/decorative" val="1"/>
              </a:ext>
            </a:extLst>
          </p:cNvPr>
          <p:cNvSpPr/>
          <p:nvPr/>
        </p:nvSpPr>
        <p:spPr>
          <a:xfrm rot="-1209182">
            <a:off x="10795066" y="4007482"/>
            <a:ext cx="1275886" cy="1275886"/>
          </a:xfrm>
          <a:custGeom>
            <a:avLst/>
            <a:gdLst/>
            <a:ahLst/>
            <a:cxnLst/>
            <a:rect l="l" t="t" r="r" b="b"/>
            <a:pathLst>
              <a:path w="1913829" h="1913829">
                <a:moveTo>
                  <a:pt x="0" y="0"/>
                </a:moveTo>
                <a:lnTo>
                  <a:pt x="1913828" y="0"/>
                </a:lnTo>
                <a:lnTo>
                  <a:pt x="1913828" y="1913828"/>
                </a:lnTo>
                <a:lnTo>
                  <a:pt x="0" y="1913828"/>
                </a:lnTo>
                <a:lnTo>
                  <a:pt x="0" y="0"/>
                </a:lnTo>
                <a:close/>
              </a:path>
            </a:pathLst>
          </a:custGeom>
          <a:blipFill>
            <a:blip r:embed="rId3"/>
            <a:stretch>
              <a:fillRect/>
            </a:stretch>
          </a:blipFill>
        </p:spPr>
        <p:txBody>
          <a:bodyPr/>
          <a:lstStyle/>
          <a:p>
            <a:endParaRPr lang="en-GB"/>
          </a:p>
        </p:txBody>
      </p:sp>
      <p:sp>
        <p:nvSpPr>
          <p:cNvPr id="6" name="Freeform 6">
            <a:extLst>
              <a:ext uri="{C183D7F6-B498-43B3-948B-1728B52AA6E4}">
                <adec:decorative xmlns:adec="http://schemas.microsoft.com/office/drawing/2017/decorative" val="1"/>
              </a:ext>
            </a:extLst>
          </p:cNvPr>
          <p:cNvSpPr/>
          <p:nvPr/>
        </p:nvSpPr>
        <p:spPr>
          <a:xfrm rot="-1172374">
            <a:off x="10631257" y="5420794"/>
            <a:ext cx="1262441" cy="1262441"/>
          </a:xfrm>
          <a:custGeom>
            <a:avLst/>
            <a:gdLst/>
            <a:ahLst/>
            <a:cxnLst/>
            <a:rect l="l" t="t" r="r" b="b"/>
            <a:pathLst>
              <a:path w="1893662" h="1893662">
                <a:moveTo>
                  <a:pt x="0" y="0"/>
                </a:moveTo>
                <a:lnTo>
                  <a:pt x="1893662" y="0"/>
                </a:lnTo>
                <a:lnTo>
                  <a:pt x="1893662" y="1893662"/>
                </a:lnTo>
                <a:lnTo>
                  <a:pt x="0" y="1893662"/>
                </a:lnTo>
                <a:lnTo>
                  <a:pt x="0" y="0"/>
                </a:lnTo>
                <a:close/>
              </a:path>
            </a:pathLst>
          </a:custGeom>
          <a:blipFill>
            <a:blip r:embed="rId4"/>
            <a:stretch>
              <a:fillRect/>
            </a:stretch>
          </a:blipFill>
        </p:spPr>
        <p:txBody>
          <a:bodyPr/>
          <a:lstStyle/>
          <a:p>
            <a:endParaRPr lang="en-GB"/>
          </a:p>
        </p:txBody>
      </p:sp>
      <p:sp>
        <p:nvSpPr>
          <p:cNvPr id="7" name="TextBox 7"/>
          <p:cNvSpPr txBox="1"/>
          <p:nvPr/>
        </p:nvSpPr>
        <p:spPr>
          <a:xfrm>
            <a:off x="472375" y="2226238"/>
            <a:ext cx="9552737" cy="385490"/>
          </a:xfrm>
          <a:prstGeom prst="rect">
            <a:avLst/>
          </a:prstGeom>
        </p:spPr>
        <p:txBody>
          <a:bodyPr lIns="0" tIns="0" rIns="0" bIns="0" rtlCol="0" anchor="t">
            <a:spAutoFit/>
          </a:bodyPr>
          <a:lstStyle/>
          <a:p>
            <a:pPr defTabSz="609630">
              <a:lnSpc>
                <a:spcPts val="3267"/>
              </a:lnSpc>
            </a:pPr>
            <a:endParaRPr lang="en-US" sz="2333" dirty="0">
              <a:solidFill>
                <a:srgbClr val="000000"/>
              </a:solidFill>
              <a:latin typeface="Arimo"/>
            </a:endParaRPr>
          </a:p>
        </p:txBody>
      </p:sp>
      <p:sp>
        <p:nvSpPr>
          <p:cNvPr id="8" name="TextBox 8"/>
          <p:cNvSpPr txBox="1">
            <a:spLocks noGrp="1"/>
          </p:cNvSpPr>
          <p:nvPr>
            <p:ph type="title" idx="4294967295"/>
          </p:nvPr>
        </p:nvSpPr>
        <p:spPr>
          <a:xfrm>
            <a:off x="1" y="1389592"/>
            <a:ext cx="9553575" cy="827919"/>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ts val="7150"/>
              </a:lnSpc>
              <a:spcBef>
                <a:spcPts val="0"/>
              </a:spcBef>
              <a:defRPr/>
            </a:pPr>
            <a:r>
              <a:rPr lang="en-US" sz="4000" b="1" dirty="0">
                <a:solidFill>
                  <a:srgbClr val="000000"/>
                </a:solidFill>
                <a:ea typeface="+mn-ea"/>
                <a:cs typeface="+mn-cs"/>
              </a:rPr>
              <a:t>Join groups</a:t>
            </a:r>
          </a:p>
        </p:txBody>
      </p:sp>
      <p:sp>
        <p:nvSpPr>
          <p:cNvPr id="9" name="Freeform 9">
            <a:extLst>
              <a:ext uri="{C183D7F6-B498-43B3-948B-1728B52AA6E4}">
                <adec:decorative xmlns:adec="http://schemas.microsoft.com/office/drawing/2017/decorative" val="1"/>
              </a:ext>
            </a:extLst>
          </p:cNvPr>
          <p:cNvSpPr/>
          <p:nvPr/>
        </p:nvSpPr>
        <p:spPr>
          <a:xfrm>
            <a:off x="10541158" y="121084"/>
            <a:ext cx="1505150" cy="903090"/>
          </a:xfrm>
          <a:custGeom>
            <a:avLst/>
            <a:gdLst/>
            <a:ahLst/>
            <a:cxnLst/>
            <a:rect l="l" t="t" r="r" b="b"/>
            <a:pathLst>
              <a:path w="2257725" h="1354635">
                <a:moveTo>
                  <a:pt x="0" y="0"/>
                </a:moveTo>
                <a:lnTo>
                  <a:pt x="2257726" y="0"/>
                </a:lnTo>
                <a:lnTo>
                  <a:pt x="2257726" y="1354635"/>
                </a:lnTo>
                <a:lnTo>
                  <a:pt x="0" y="1354635"/>
                </a:lnTo>
                <a:lnTo>
                  <a:pt x="0" y="0"/>
                </a:lnTo>
                <a:close/>
              </a:path>
            </a:pathLst>
          </a:custGeom>
          <a:blipFill>
            <a:blip r:embed="rId5"/>
            <a:stretch>
              <a:fillRect/>
            </a:stretch>
          </a:blipFill>
        </p:spPr>
        <p:txBody>
          <a:bodyPr/>
          <a:lstStyle/>
          <a:p>
            <a:endParaRPr lang="en-GB"/>
          </a:p>
        </p:txBody>
      </p:sp>
      <p:sp>
        <p:nvSpPr>
          <p:cNvPr id="10" name="Freeform 10">
            <a:extLst>
              <a:ext uri="{C183D7F6-B498-43B3-948B-1728B52AA6E4}">
                <adec:decorative xmlns:adec="http://schemas.microsoft.com/office/drawing/2017/decorative" val="1"/>
              </a:ext>
            </a:extLst>
          </p:cNvPr>
          <p:cNvSpPr/>
          <p:nvPr/>
        </p:nvSpPr>
        <p:spPr>
          <a:xfrm>
            <a:off x="301635" y="192267"/>
            <a:ext cx="1886212" cy="721277"/>
          </a:xfrm>
          <a:custGeom>
            <a:avLst/>
            <a:gdLst/>
            <a:ahLst/>
            <a:cxnLst/>
            <a:rect l="l" t="t" r="r" b="b"/>
            <a:pathLst>
              <a:path w="2829318" h="1081916">
                <a:moveTo>
                  <a:pt x="0" y="0"/>
                </a:moveTo>
                <a:lnTo>
                  <a:pt x="2829319" y="0"/>
                </a:lnTo>
                <a:lnTo>
                  <a:pt x="2829319" y="1081916"/>
                </a:lnTo>
                <a:lnTo>
                  <a:pt x="0" y="1081916"/>
                </a:lnTo>
                <a:lnTo>
                  <a:pt x="0" y="0"/>
                </a:lnTo>
                <a:close/>
              </a:path>
            </a:pathLst>
          </a:custGeom>
          <a:blipFill>
            <a:blip r:embed="rId6"/>
            <a:stretch>
              <a:fillRect/>
            </a:stretch>
          </a:blipFill>
        </p:spPr>
        <p:txBody>
          <a:bodyPr/>
          <a:lstStyle/>
          <a:p>
            <a:endParaRPr lang="en-GB"/>
          </a:p>
        </p:txBody>
      </p:sp>
      <p:sp>
        <p:nvSpPr>
          <p:cNvPr id="11" name="AutoShape 11">
            <a:extLst>
              <a:ext uri="{C183D7F6-B498-43B3-948B-1728B52AA6E4}">
                <adec:decorative xmlns:adec="http://schemas.microsoft.com/office/drawing/2017/decorative" val="1"/>
              </a:ext>
            </a:extLst>
          </p:cNvPr>
          <p:cNvSpPr/>
          <p:nvPr/>
        </p:nvSpPr>
        <p:spPr>
          <a:xfrm flipV="1">
            <a:off x="10407573" y="217679"/>
            <a:ext cx="0" cy="697201"/>
          </a:xfrm>
          <a:prstGeom prst="line">
            <a:avLst/>
          </a:prstGeom>
          <a:ln w="76200" cap="flat">
            <a:solidFill>
              <a:srgbClr val="000000"/>
            </a:solidFill>
            <a:prstDash val="solid"/>
            <a:headEnd type="none" w="sm" len="sm"/>
            <a:tailEnd type="none" w="sm" len="sm"/>
          </a:ln>
        </p:spPr>
        <p:txBody>
          <a:bodyPr/>
          <a:lstStyle/>
          <a:p>
            <a:endParaRPr lang="en-GB"/>
          </a:p>
        </p:txBody>
      </p:sp>
      <p:sp>
        <p:nvSpPr>
          <p:cNvPr id="12" name="Lightning Bolt 11">
            <a:extLst>
              <a:ext uri="{FF2B5EF4-FFF2-40B4-BE49-F238E27FC236}">
                <a16:creationId xmlns:a16="http://schemas.microsoft.com/office/drawing/2014/main" id="{749AB932-00A9-4D65-6C13-0B8ACF9632AB}"/>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en-GB" sz="1200">
              <a:solidFill>
                <a:prstClr val="white"/>
              </a:solidFill>
              <a:latin typeface="Calibri"/>
            </a:endParaRPr>
          </a:p>
        </p:txBody>
      </p:sp>
      <p:sp>
        <p:nvSpPr>
          <p:cNvPr id="13" name="Lightning Bolt 12">
            <a:extLst>
              <a:ext uri="{FF2B5EF4-FFF2-40B4-BE49-F238E27FC236}">
                <a16:creationId xmlns:a16="http://schemas.microsoft.com/office/drawing/2014/main" id="{C7F2583C-3635-B5C0-EFC1-09D959819C69}"/>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en-GB" sz="1200">
              <a:solidFill>
                <a:prstClr val="white"/>
              </a:solidFill>
              <a:latin typeface="Calibri"/>
            </a:endParaRPr>
          </a:p>
        </p:txBody>
      </p:sp>
      <p:sp>
        <p:nvSpPr>
          <p:cNvPr id="14" name="Lightning Bolt 13">
            <a:extLst>
              <a:ext uri="{FF2B5EF4-FFF2-40B4-BE49-F238E27FC236}">
                <a16:creationId xmlns:a16="http://schemas.microsoft.com/office/drawing/2014/main" id="{E564E405-6046-84F8-17B8-7EC8E8411A4E}"/>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en-GB" sz="1200">
              <a:solidFill>
                <a:prstClr val="white"/>
              </a:solidFill>
              <a:latin typeface="Calibri"/>
            </a:endParaRPr>
          </a:p>
        </p:txBody>
      </p:sp>
      <p:sp>
        <p:nvSpPr>
          <p:cNvPr id="15" name="Lightning Bolt 14">
            <a:extLst>
              <a:ext uri="{FF2B5EF4-FFF2-40B4-BE49-F238E27FC236}">
                <a16:creationId xmlns:a16="http://schemas.microsoft.com/office/drawing/2014/main" id="{8ECE4098-E24F-DC75-928F-B1AEFC9BDF93}"/>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en-GB" sz="1200">
              <a:solidFill>
                <a:prstClr val="white"/>
              </a:solidFill>
              <a:latin typeface="Calibri"/>
            </a:endParaRPr>
          </a:p>
        </p:txBody>
      </p:sp>
      <p:pic>
        <p:nvPicPr>
          <p:cNvPr id="16" name="Picture 15">
            <a:hlinkClick r:id="rId7"/>
            <a:extLst>
              <a:ext uri="{FF2B5EF4-FFF2-40B4-BE49-F238E27FC236}">
                <a16:creationId xmlns:a16="http://schemas.microsoft.com/office/drawing/2014/main" id="{15730A0A-0AB0-2C7B-1DB8-64103BD2240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14468" y="2614612"/>
            <a:ext cx="4457700" cy="1628775"/>
          </a:xfrm>
          <a:prstGeom prst="rect">
            <a:avLst/>
          </a:prstGeom>
        </p:spPr>
      </p:pic>
      <p:pic>
        <p:nvPicPr>
          <p:cNvPr id="17" name="Picture 16">
            <a:extLst>
              <a:ext uri="{FF2B5EF4-FFF2-40B4-BE49-F238E27FC236}">
                <a16:creationId xmlns:a16="http://schemas.microsoft.com/office/drawing/2014/main" id="{6206E22F-075C-9E54-6E06-D1FC9FB3FD07}"/>
              </a:ext>
            </a:extLst>
          </p:cNvPr>
          <p:cNvPicPr>
            <a:picLocks noChangeAspect="1"/>
          </p:cNvPicPr>
          <p:nvPr/>
        </p:nvPicPr>
        <p:blipFill>
          <a:blip r:embed="rId9"/>
          <a:stretch>
            <a:fillRect/>
          </a:stretch>
        </p:blipFill>
        <p:spPr>
          <a:xfrm>
            <a:off x="5201957" y="0"/>
            <a:ext cx="6990043" cy="6858000"/>
          </a:xfrm>
          <a:prstGeom prst="rect">
            <a:avLst/>
          </a:prstGeom>
        </p:spPr>
      </p:pic>
    </p:spTree>
    <p:extLst>
      <p:ext uri="{BB962C8B-B14F-4D97-AF65-F5344CB8AC3E}">
        <p14:creationId xmlns:p14="http://schemas.microsoft.com/office/powerpoint/2010/main" val="2856372056"/>
      </p:ext>
    </p:extLst>
  </p:cSld>
  <p:clrMapOvr>
    <a:overrideClrMapping bg1="lt1" tx1="dk1" bg2="lt2" tx2="dk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C183D7F6-B498-43B3-948B-1728B52AA6E4}">
                <adec:decorative xmlns:adec="http://schemas.microsoft.com/office/drawing/2017/decorative" val="1"/>
              </a:ext>
            </a:extLst>
          </p:cNvPr>
          <p:cNvGrpSpPr/>
          <p:nvPr/>
        </p:nvGrpSpPr>
        <p:grpSpPr>
          <a:xfrm>
            <a:off x="0" y="0"/>
            <a:ext cx="12192000" cy="1132558"/>
            <a:chOff x="0" y="0"/>
            <a:chExt cx="4816593" cy="447430"/>
          </a:xfrm>
        </p:grpSpPr>
        <p:sp>
          <p:nvSpPr>
            <p:cNvPr id="3" name="Freeform 3"/>
            <p:cNvSpPr/>
            <p:nvPr/>
          </p:nvSpPr>
          <p:spPr>
            <a:xfrm>
              <a:off x="0" y="0"/>
              <a:ext cx="4816592" cy="447430"/>
            </a:xfrm>
            <a:custGeom>
              <a:avLst/>
              <a:gdLst/>
              <a:ahLst/>
              <a:cxnLst/>
              <a:rect l="l" t="t" r="r" b="b"/>
              <a:pathLst>
                <a:path w="4816592" h="447430">
                  <a:moveTo>
                    <a:pt x="0" y="0"/>
                  </a:moveTo>
                  <a:lnTo>
                    <a:pt x="4816592" y="0"/>
                  </a:lnTo>
                  <a:lnTo>
                    <a:pt x="4816592" y="447430"/>
                  </a:lnTo>
                  <a:lnTo>
                    <a:pt x="0" y="447430"/>
                  </a:lnTo>
                  <a:close/>
                </a:path>
              </a:pathLst>
            </a:custGeom>
            <a:solidFill>
              <a:srgbClr val="002F6C"/>
            </a:solidFill>
          </p:spPr>
          <p:txBody>
            <a:bodyPr/>
            <a:lstStyle/>
            <a:p>
              <a:endParaRPr lang="en-GB"/>
            </a:p>
          </p:txBody>
        </p:sp>
        <p:sp>
          <p:nvSpPr>
            <p:cNvPr id="4" name="TextBox 4"/>
            <p:cNvSpPr txBox="1"/>
            <p:nvPr/>
          </p:nvSpPr>
          <p:spPr>
            <a:xfrm>
              <a:off x="0" y="-47625"/>
              <a:ext cx="812800" cy="860425"/>
            </a:xfrm>
            <a:prstGeom prst="rect">
              <a:avLst/>
            </a:prstGeom>
          </p:spPr>
          <p:txBody>
            <a:bodyPr lIns="33867" tIns="33867" rIns="33867" bIns="33867" rtlCol="0" anchor="ctr"/>
            <a:lstStyle/>
            <a:p>
              <a:pPr algn="ctr" defTabSz="609630">
                <a:lnSpc>
                  <a:spcPts val="1773"/>
                </a:lnSpc>
              </a:pPr>
              <a:endParaRPr sz="1200">
                <a:solidFill>
                  <a:prstClr val="black"/>
                </a:solidFill>
                <a:latin typeface="Calibri"/>
              </a:endParaRPr>
            </a:p>
          </p:txBody>
        </p:sp>
      </p:grpSp>
      <p:sp>
        <p:nvSpPr>
          <p:cNvPr id="5" name="Freeform 5">
            <a:extLst>
              <a:ext uri="{C183D7F6-B498-43B3-948B-1728B52AA6E4}">
                <adec:decorative xmlns:adec="http://schemas.microsoft.com/office/drawing/2017/decorative" val="1"/>
              </a:ext>
            </a:extLst>
          </p:cNvPr>
          <p:cNvSpPr/>
          <p:nvPr/>
        </p:nvSpPr>
        <p:spPr>
          <a:xfrm>
            <a:off x="10522107" y="242143"/>
            <a:ext cx="1410947" cy="648273"/>
          </a:xfrm>
          <a:custGeom>
            <a:avLst/>
            <a:gdLst/>
            <a:ahLst/>
            <a:cxnLst/>
            <a:rect l="l" t="t" r="r" b="b"/>
            <a:pathLst>
              <a:path w="2116420" h="972409">
                <a:moveTo>
                  <a:pt x="0" y="0"/>
                </a:moveTo>
                <a:lnTo>
                  <a:pt x="2116420" y="0"/>
                </a:lnTo>
                <a:lnTo>
                  <a:pt x="2116420" y="972409"/>
                </a:lnTo>
                <a:lnTo>
                  <a:pt x="0" y="972409"/>
                </a:lnTo>
                <a:lnTo>
                  <a:pt x="0" y="0"/>
                </a:lnTo>
                <a:close/>
              </a:path>
            </a:pathLst>
          </a:custGeom>
          <a:blipFill>
            <a:blip r:embed="rId2"/>
            <a:stretch>
              <a:fillRect/>
            </a:stretch>
          </a:blipFill>
        </p:spPr>
        <p:txBody>
          <a:bodyPr/>
          <a:lstStyle/>
          <a:p>
            <a:endParaRPr lang="en-GB"/>
          </a:p>
        </p:txBody>
      </p:sp>
      <p:sp>
        <p:nvSpPr>
          <p:cNvPr id="6" name="AutoShape 6">
            <a:extLst>
              <a:ext uri="{C183D7F6-B498-43B3-948B-1728B52AA6E4}">
                <adec:decorative xmlns:adec="http://schemas.microsoft.com/office/drawing/2017/decorative" val="1"/>
              </a:ext>
            </a:extLst>
          </p:cNvPr>
          <p:cNvSpPr/>
          <p:nvPr/>
        </p:nvSpPr>
        <p:spPr>
          <a:xfrm flipV="1">
            <a:off x="10407573" y="217679"/>
            <a:ext cx="0" cy="697201"/>
          </a:xfrm>
          <a:prstGeom prst="line">
            <a:avLst/>
          </a:prstGeom>
          <a:ln w="76200" cap="flat">
            <a:solidFill>
              <a:srgbClr val="FFFFFF"/>
            </a:solidFill>
            <a:prstDash val="solid"/>
            <a:headEnd type="none" w="sm" len="sm"/>
            <a:tailEnd type="none" w="sm" len="sm"/>
          </a:ln>
        </p:spPr>
        <p:txBody>
          <a:bodyPr/>
          <a:lstStyle/>
          <a:p>
            <a:endParaRPr lang="en-GB"/>
          </a:p>
        </p:txBody>
      </p:sp>
      <p:sp>
        <p:nvSpPr>
          <p:cNvPr id="7" name="Freeform 7">
            <a:extLst>
              <a:ext uri="{C183D7F6-B498-43B3-948B-1728B52AA6E4}">
                <adec:decorative xmlns:adec="http://schemas.microsoft.com/office/drawing/2017/decorative" val="1"/>
              </a:ext>
            </a:extLst>
          </p:cNvPr>
          <p:cNvSpPr/>
          <p:nvPr/>
        </p:nvSpPr>
        <p:spPr>
          <a:xfrm>
            <a:off x="301635" y="205641"/>
            <a:ext cx="1886212" cy="721277"/>
          </a:xfrm>
          <a:custGeom>
            <a:avLst/>
            <a:gdLst/>
            <a:ahLst/>
            <a:cxnLst/>
            <a:rect l="l" t="t" r="r" b="b"/>
            <a:pathLst>
              <a:path w="2829318" h="1081916">
                <a:moveTo>
                  <a:pt x="0" y="0"/>
                </a:moveTo>
                <a:lnTo>
                  <a:pt x="2829319" y="0"/>
                </a:lnTo>
                <a:lnTo>
                  <a:pt x="2829319" y="1081916"/>
                </a:lnTo>
                <a:lnTo>
                  <a:pt x="0" y="1081916"/>
                </a:lnTo>
                <a:lnTo>
                  <a:pt x="0" y="0"/>
                </a:lnTo>
                <a:close/>
              </a:path>
            </a:pathLst>
          </a:custGeom>
          <a:blipFill>
            <a:blip r:embed="rId3"/>
            <a:stretch>
              <a:fillRect/>
            </a:stretch>
          </a:blipFill>
        </p:spPr>
        <p:txBody>
          <a:bodyPr/>
          <a:lstStyle/>
          <a:p>
            <a:endParaRPr lang="en-GB"/>
          </a:p>
        </p:txBody>
      </p:sp>
      <p:sp>
        <p:nvSpPr>
          <p:cNvPr id="8" name="Freeform 8">
            <a:extLst>
              <a:ext uri="{C183D7F6-B498-43B3-948B-1728B52AA6E4}">
                <adec:decorative xmlns:adec="http://schemas.microsoft.com/office/drawing/2017/decorative" val="1"/>
              </a:ext>
            </a:extLst>
          </p:cNvPr>
          <p:cNvSpPr/>
          <p:nvPr/>
        </p:nvSpPr>
        <p:spPr>
          <a:xfrm rot="-1180762">
            <a:off x="10779735" y="4003389"/>
            <a:ext cx="1269199" cy="1269199"/>
          </a:xfrm>
          <a:custGeom>
            <a:avLst/>
            <a:gdLst/>
            <a:ahLst/>
            <a:cxnLst/>
            <a:rect l="l" t="t" r="r" b="b"/>
            <a:pathLst>
              <a:path w="1903798" h="1903798">
                <a:moveTo>
                  <a:pt x="0" y="0"/>
                </a:moveTo>
                <a:lnTo>
                  <a:pt x="1903798" y="0"/>
                </a:lnTo>
                <a:lnTo>
                  <a:pt x="1903798" y="1903798"/>
                </a:lnTo>
                <a:lnTo>
                  <a:pt x="0" y="1903798"/>
                </a:lnTo>
                <a:lnTo>
                  <a:pt x="0" y="0"/>
                </a:lnTo>
                <a:close/>
              </a:path>
            </a:pathLst>
          </a:custGeom>
          <a:blipFill>
            <a:blip r:embed="rId4"/>
            <a:stretch>
              <a:fillRect/>
            </a:stretch>
          </a:blipFill>
        </p:spPr>
        <p:txBody>
          <a:bodyPr/>
          <a:lstStyle/>
          <a:p>
            <a:endParaRPr lang="en-GB"/>
          </a:p>
        </p:txBody>
      </p:sp>
      <p:sp>
        <p:nvSpPr>
          <p:cNvPr id="9" name="Freeform 9">
            <a:extLst>
              <a:ext uri="{C183D7F6-B498-43B3-948B-1728B52AA6E4}">
                <adec:decorative xmlns:adec="http://schemas.microsoft.com/office/drawing/2017/decorative" val="1"/>
              </a:ext>
            </a:extLst>
          </p:cNvPr>
          <p:cNvSpPr/>
          <p:nvPr/>
        </p:nvSpPr>
        <p:spPr>
          <a:xfrm rot="-1180762">
            <a:off x="10609613" y="5412161"/>
            <a:ext cx="1269199" cy="1269199"/>
          </a:xfrm>
          <a:custGeom>
            <a:avLst/>
            <a:gdLst/>
            <a:ahLst/>
            <a:cxnLst/>
            <a:rect l="l" t="t" r="r" b="b"/>
            <a:pathLst>
              <a:path w="1903798" h="1903798">
                <a:moveTo>
                  <a:pt x="0" y="0"/>
                </a:moveTo>
                <a:lnTo>
                  <a:pt x="1903798" y="0"/>
                </a:lnTo>
                <a:lnTo>
                  <a:pt x="1903798" y="1903799"/>
                </a:lnTo>
                <a:lnTo>
                  <a:pt x="0" y="1903799"/>
                </a:lnTo>
                <a:lnTo>
                  <a:pt x="0" y="0"/>
                </a:lnTo>
                <a:close/>
              </a:path>
            </a:pathLst>
          </a:custGeom>
          <a:blipFill>
            <a:blip r:embed="rId5"/>
            <a:stretch>
              <a:fillRect/>
            </a:stretch>
          </a:blipFill>
        </p:spPr>
        <p:txBody>
          <a:bodyPr/>
          <a:lstStyle/>
          <a:p>
            <a:endParaRPr lang="en-GB"/>
          </a:p>
        </p:txBody>
      </p:sp>
      <p:sp>
        <p:nvSpPr>
          <p:cNvPr id="10" name="TextBox 10"/>
          <p:cNvSpPr txBox="1"/>
          <p:nvPr/>
        </p:nvSpPr>
        <p:spPr>
          <a:xfrm>
            <a:off x="472374" y="2574581"/>
            <a:ext cx="9552737" cy="2724592"/>
          </a:xfrm>
          <a:prstGeom prst="rect">
            <a:avLst/>
          </a:prstGeom>
        </p:spPr>
        <p:txBody>
          <a:bodyPr lIns="0" tIns="0" rIns="0" bIns="0" rtlCol="0" anchor="t">
            <a:spAutoFit/>
          </a:bodyPr>
          <a:lstStyle/>
          <a:p>
            <a:pPr marL="0" indent="0">
              <a:buNone/>
            </a:pPr>
            <a:r>
              <a:rPr lang="en-GB" sz="2000" i="1" dirty="0"/>
              <a:t>“Be active, share what you are doing to develop yourself as a person and professionally’</a:t>
            </a:r>
          </a:p>
          <a:p>
            <a:pPr marL="0" indent="0">
              <a:buNone/>
            </a:pPr>
            <a:endParaRPr lang="en-GB" sz="2000" i="1" dirty="0"/>
          </a:p>
          <a:p>
            <a:pPr marL="0" indent="0">
              <a:buNone/>
            </a:pPr>
            <a:r>
              <a:rPr lang="en-GB" sz="2000" i="1" dirty="0"/>
              <a:t>‘Connect with everybody you have worked with.  Connections are gold and increases traffic to your page as people are more likely to engage with your content.”</a:t>
            </a:r>
          </a:p>
          <a:p>
            <a:pPr marL="0" indent="0">
              <a:buNone/>
            </a:pPr>
            <a:endParaRPr lang="en-GB" sz="3600" dirty="0"/>
          </a:p>
          <a:p>
            <a:pPr marL="0" indent="0">
              <a:spcBef>
                <a:spcPts val="0"/>
              </a:spcBef>
              <a:buNone/>
            </a:pPr>
            <a:r>
              <a:rPr lang="en-GB" sz="1800" dirty="0"/>
              <a:t>Advice from graduates working at </a:t>
            </a:r>
            <a:r>
              <a:rPr lang="en-GB" sz="1800" b="1" dirty="0"/>
              <a:t>Join the Dots </a:t>
            </a:r>
          </a:p>
          <a:p>
            <a:pPr marL="0" indent="0">
              <a:spcBef>
                <a:spcPts val="0"/>
              </a:spcBef>
              <a:buNone/>
            </a:pPr>
            <a:r>
              <a:rPr lang="en-GB" sz="1800" b="1" dirty="0"/>
              <a:t>Via Tim Griffiths, Learning &amp; Development Manager</a:t>
            </a:r>
          </a:p>
          <a:p>
            <a:pPr defTabSz="609630">
              <a:lnSpc>
                <a:spcPts val="3267"/>
              </a:lnSpc>
            </a:pPr>
            <a:endParaRPr lang="en-US" sz="2333" dirty="0">
              <a:solidFill>
                <a:srgbClr val="000000"/>
              </a:solidFill>
              <a:latin typeface="Arimo"/>
            </a:endParaRPr>
          </a:p>
        </p:txBody>
      </p:sp>
      <p:sp>
        <p:nvSpPr>
          <p:cNvPr id="11" name="TextBox 11"/>
          <p:cNvSpPr txBox="1">
            <a:spLocks noGrp="1"/>
          </p:cNvSpPr>
          <p:nvPr>
            <p:ph type="title" idx="4294967295"/>
          </p:nvPr>
        </p:nvSpPr>
        <p:spPr>
          <a:xfrm>
            <a:off x="472375" y="1389101"/>
            <a:ext cx="9552737" cy="827919"/>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ts val="7150"/>
              </a:lnSpc>
              <a:spcBef>
                <a:spcPts val="0"/>
              </a:spcBef>
              <a:defRPr/>
            </a:pPr>
            <a:r>
              <a:rPr lang="en-US" sz="4000" b="1" dirty="0">
                <a:solidFill>
                  <a:srgbClr val="000000"/>
                </a:solidFill>
                <a:ea typeface="+mn-ea"/>
                <a:cs typeface="+mn-cs"/>
              </a:rPr>
              <a:t>Top tips!!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C183D7F6-B498-43B3-948B-1728B52AA6E4}">
                <adec:decorative xmlns:adec="http://schemas.microsoft.com/office/drawing/2017/decorative" val="1"/>
              </a:ext>
            </a:extLst>
          </p:cNvPr>
          <p:cNvGrpSpPr/>
          <p:nvPr/>
        </p:nvGrpSpPr>
        <p:grpSpPr>
          <a:xfrm>
            <a:off x="0" y="0"/>
            <a:ext cx="12192000" cy="1132558"/>
            <a:chOff x="0" y="0"/>
            <a:chExt cx="4816593" cy="447430"/>
          </a:xfrm>
        </p:grpSpPr>
        <p:sp>
          <p:nvSpPr>
            <p:cNvPr id="3" name="Freeform 3"/>
            <p:cNvSpPr/>
            <p:nvPr/>
          </p:nvSpPr>
          <p:spPr>
            <a:xfrm>
              <a:off x="0" y="0"/>
              <a:ext cx="4816592" cy="447430"/>
            </a:xfrm>
            <a:custGeom>
              <a:avLst/>
              <a:gdLst/>
              <a:ahLst/>
              <a:cxnLst/>
              <a:rect l="l" t="t" r="r" b="b"/>
              <a:pathLst>
                <a:path w="4816592" h="447430">
                  <a:moveTo>
                    <a:pt x="0" y="0"/>
                  </a:moveTo>
                  <a:lnTo>
                    <a:pt x="4816592" y="0"/>
                  </a:lnTo>
                  <a:lnTo>
                    <a:pt x="4816592" y="447430"/>
                  </a:lnTo>
                  <a:lnTo>
                    <a:pt x="0" y="447430"/>
                  </a:lnTo>
                  <a:close/>
                </a:path>
              </a:pathLst>
            </a:custGeom>
            <a:solidFill>
              <a:srgbClr val="002F6C"/>
            </a:solidFill>
          </p:spPr>
          <p:txBody>
            <a:bodyPr/>
            <a:lstStyle/>
            <a:p>
              <a:endParaRPr lang="en-GB"/>
            </a:p>
          </p:txBody>
        </p:sp>
        <p:sp>
          <p:nvSpPr>
            <p:cNvPr id="4" name="TextBox 4"/>
            <p:cNvSpPr txBox="1"/>
            <p:nvPr/>
          </p:nvSpPr>
          <p:spPr>
            <a:xfrm>
              <a:off x="0" y="-47625"/>
              <a:ext cx="812800" cy="860425"/>
            </a:xfrm>
            <a:prstGeom prst="rect">
              <a:avLst/>
            </a:prstGeom>
          </p:spPr>
          <p:txBody>
            <a:bodyPr lIns="33867" tIns="33867" rIns="33867" bIns="33867" rtlCol="0" anchor="ctr"/>
            <a:lstStyle/>
            <a:p>
              <a:pPr algn="ctr" defTabSz="609630">
                <a:lnSpc>
                  <a:spcPts val="1773"/>
                </a:lnSpc>
              </a:pPr>
              <a:endParaRPr sz="1200">
                <a:solidFill>
                  <a:prstClr val="black"/>
                </a:solidFill>
                <a:latin typeface="Calibri"/>
              </a:endParaRPr>
            </a:p>
          </p:txBody>
        </p:sp>
      </p:grpSp>
      <p:sp>
        <p:nvSpPr>
          <p:cNvPr id="5" name="Freeform 5">
            <a:extLst>
              <a:ext uri="{C183D7F6-B498-43B3-948B-1728B52AA6E4}">
                <adec:decorative xmlns:adec="http://schemas.microsoft.com/office/drawing/2017/decorative" val="1"/>
              </a:ext>
            </a:extLst>
          </p:cNvPr>
          <p:cNvSpPr/>
          <p:nvPr/>
        </p:nvSpPr>
        <p:spPr>
          <a:xfrm>
            <a:off x="10522107" y="242143"/>
            <a:ext cx="1410947" cy="648273"/>
          </a:xfrm>
          <a:custGeom>
            <a:avLst/>
            <a:gdLst/>
            <a:ahLst/>
            <a:cxnLst/>
            <a:rect l="l" t="t" r="r" b="b"/>
            <a:pathLst>
              <a:path w="2116420" h="972409">
                <a:moveTo>
                  <a:pt x="0" y="0"/>
                </a:moveTo>
                <a:lnTo>
                  <a:pt x="2116420" y="0"/>
                </a:lnTo>
                <a:lnTo>
                  <a:pt x="2116420" y="972409"/>
                </a:lnTo>
                <a:lnTo>
                  <a:pt x="0" y="972409"/>
                </a:lnTo>
                <a:lnTo>
                  <a:pt x="0" y="0"/>
                </a:lnTo>
                <a:close/>
              </a:path>
            </a:pathLst>
          </a:custGeom>
          <a:blipFill>
            <a:blip r:embed="rId2"/>
            <a:stretch>
              <a:fillRect/>
            </a:stretch>
          </a:blipFill>
        </p:spPr>
        <p:txBody>
          <a:bodyPr/>
          <a:lstStyle/>
          <a:p>
            <a:endParaRPr lang="en-GB"/>
          </a:p>
        </p:txBody>
      </p:sp>
      <p:sp>
        <p:nvSpPr>
          <p:cNvPr id="6" name="AutoShape 6">
            <a:extLst>
              <a:ext uri="{C183D7F6-B498-43B3-948B-1728B52AA6E4}">
                <adec:decorative xmlns:adec="http://schemas.microsoft.com/office/drawing/2017/decorative" val="1"/>
              </a:ext>
            </a:extLst>
          </p:cNvPr>
          <p:cNvSpPr/>
          <p:nvPr/>
        </p:nvSpPr>
        <p:spPr>
          <a:xfrm flipV="1">
            <a:off x="10407573" y="217679"/>
            <a:ext cx="0" cy="697201"/>
          </a:xfrm>
          <a:prstGeom prst="line">
            <a:avLst/>
          </a:prstGeom>
          <a:ln w="76200" cap="flat">
            <a:solidFill>
              <a:srgbClr val="FFFFFF"/>
            </a:solidFill>
            <a:prstDash val="solid"/>
            <a:headEnd type="none" w="sm" len="sm"/>
            <a:tailEnd type="none" w="sm" len="sm"/>
          </a:ln>
        </p:spPr>
        <p:txBody>
          <a:bodyPr/>
          <a:lstStyle/>
          <a:p>
            <a:endParaRPr lang="en-GB"/>
          </a:p>
        </p:txBody>
      </p:sp>
      <p:sp>
        <p:nvSpPr>
          <p:cNvPr id="7" name="Freeform 7">
            <a:extLst>
              <a:ext uri="{C183D7F6-B498-43B3-948B-1728B52AA6E4}">
                <adec:decorative xmlns:adec="http://schemas.microsoft.com/office/drawing/2017/decorative" val="1"/>
              </a:ext>
            </a:extLst>
          </p:cNvPr>
          <p:cNvSpPr/>
          <p:nvPr/>
        </p:nvSpPr>
        <p:spPr>
          <a:xfrm>
            <a:off x="301635" y="205641"/>
            <a:ext cx="1886212" cy="721277"/>
          </a:xfrm>
          <a:custGeom>
            <a:avLst/>
            <a:gdLst/>
            <a:ahLst/>
            <a:cxnLst/>
            <a:rect l="l" t="t" r="r" b="b"/>
            <a:pathLst>
              <a:path w="2829318" h="1081916">
                <a:moveTo>
                  <a:pt x="0" y="0"/>
                </a:moveTo>
                <a:lnTo>
                  <a:pt x="2829319" y="0"/>
                </a:lnTo>
                <a:lnTo>
                  <a:pt x="2829319" y="1081916"/>
                </a:lnTo>
                <a:lnTo>
                  <a:pt x="0" y="1081916"/>
                </a:lnTo>
                <a:lnTo>
                  <a:pt x="0" y="0"/>
                </a:lnTo>
                <a:close/>
              </a:path>
            </a:pathLst>
          </a:custGeom>
          <a:blipFill>
            <a:blip r:embed="rId3"/>
            <a:stretch>
              <a:fillRect/>
            </a:stretch>
          </a:blipFill>
        </p:spPr>
        <p:txBody>
          <a:bodyPr/>
          <a:lstStyle/>
          <a:p>
            <a:endParaRPr lang="en-GB"/>
          </a:p>
        </p:txBody>
      </p:sp>
      <p:sp>
        <p:nvSpPr>
          <p:cNvPr id="8" name="Freeform 8">
            <a:extLst>
              <a:ext uri="{C183D7F6-B498-43B3-948B-1728B52AA6E4}">
                <adec:decorative xmlns:adec="http://schemas.microsoft.com/office/drawing/2017/decorative" val="1"/>
              </a:ext>
            </a:extLst>
          </p:cNvPr>
          <p:cNvSpPr/>
          <p:nvPr/>
        </p:nvSpPr>
        <p:spPr>
          <a:xfrm rot="-1180762">
            <a:off x="10779735" y="4003389"/>
            <a:ext cx="1269199" cy="1269199"/>
          </a:xfrm>
          <a:custGeom>
            <a:avLst/>
            <a:gdLst/>
            <a:ahLst/>
            <a:cxnLst/>
            <a:rect l="l" t="t" r="r" b="b"/>
            <a:pathLst>
              <a:path w="1903798" h="1903798">
                <a:moveTo>
                  <a:pt x="0" y="0"/>
                </a:moveTo>
                <a:lnTo>
                  <a:pt x="1903798" y="0"/>
                </a:lnTo>
                <a:lnTo>
                  <a:pt x="1903798" y="1903798"/>
                </a:lnTo>
                <a:lnTo>
                  <a:pt x="0" y="1903798"/>
                </a:lnTo>
                <a:lnTo>
                  <a:pt x="0" y="0"/>
                </a:lnTo>
                <a:close/>
              </a:path>
            </a:pathLst>
          </a:custGeom>
          <a:blipFill>
            <a:blip r:embed="rId4"/>
            <a:stretch>
              <a:fillRect/>
            </a:stretch>
          </a:blipFill>
        </p:spPr>
        <p:txBody>
          <a:bodyPr/>
          <a:lstStyle/>
          <a:p>
            <a:endParaRPr lang="en-GB"/>
          </a:p>
        </p:txBody>
      </p:sp>
      <p:sp>
        <p:nvSpPr>
          <p:cNvPr id="9" name="Freeform 9">
            <a:extLst>
              <a:ext uri="{C183D7F6-B498-43B3-948B-1728B52AA6E4}">
                <adec:decorative xmlns:adec="http://schemas.microsoft.com/office/drawing/2017/decorative" val="1"/>
              </a:ext>
            </a:extLst>
          </p:cNvPr>
          <p:cNvSpPr/>
          <p:nvPr/>
        </p:nvSpPr>
        <p:spPr>
          <a:xfrm rot="-1180762">
            <a:off x="10609613" y="5412161"/>
            <a:ext cx="1269199" cy="1269199"/>
          </a:xfrm>
          <a:custGeom>
            <a:avLst/>
            <a:gdLst/>
            <a:ahLst/>
            <a:cxnLst/>
            <a:rect l="l" t="t" r="r" b="b"/>
            <a:pathLst>
              <a:path w="1903798" h="1903798">
                <a:moveTo>
                  <a:pt x="0" y="0"/>
                </a:moveTo>
                <a:lnTo>
                  <a:pt x="1903798" y="0"/>
                </a:lnTo>
                <a:lnTo>
                  <a:pt x="1903798" y="1903799"/>
                </a:lnTo>
                <a:lnTo>
                  <a:pt x="0" y="1903799"/>
                </a:lnTo>
                <a:lnTo>
                  <a:pt x="0" y="0"/>
                </a:lnTo>
                <a:close/>
              </a:path>
            </a:pathLst>
          </a:custGeom>
          <a:blipFill>
            <a:blip r:embed="rId5"/>
            <a:stretch>
              <a:fillRect/>
            </a:stretch>
          </a:blipFill>
        </p:spPr>
        <p:txBody>
          <a:bodyPr/>
          <a:lstStyle/>
          <a:p>
            <a:endParaRPr lang="en-GB"/>
          </a:p>
        </p:txBody>
      </p:sp>
      <p:sp>
        <p:nvSpPr>
          <p:cNvPr id="10" name="TextBox 10"/>
          <p:cNvSpPr txBox="1"/>
          <p:nvPr/>
        </p:nvSpPr>
        <p:spPr>
          <a:xfrm>
            <a:off x="472375" y="2226238"/>
            <a:ext cx="9552737" cy="3104824"/>
          </a:xfrm>
          <a:prstGeom prst="rect">
            <a:avLst/>
          </a:prstGeom>
        </p:spPr>
        <p:txBody>
          <a:bodyPr lIns="0" tIns="0" rIns="0" bIns="0" rtlCol="0" anchor="t">
            <a:spAutoFit/>
          </a:bodyPr>
          <a:lstStyle/>
          <a:p>
            <a:pPr marL="0" indent="0">
              <a:buNone/>
            </a:pPr>
            <a:endParaRPr lang="en-GB" sz="2000" i="1" dirty="0"/>
          </a:p>
          <a:p>
            <a:pPr marL="0" indent="0">
              <a:buNone/>
            </a:pPr>
            <a:r>
              <a:rPr lang="en-GB" sz="2000" i="1" dirty="0"/>
              <a:t>“Don’t be afraid to reach out to people working in the sector you're interested in via message, whether it’s for advice or to see if they have any opportunities...An opportunity can spring from a simple conversation, either way, it’s good to make connections.”</a:t>
            </a:r>
          </a:p>
          <a:p>
            <a:pPr marL="0" indent="0">
              <a:buNone/>
            </a:pPr>
            <a:endParaRPr lang="en-GB" sz="3600" dirty="0"/>
          </a:p>
          <a:p>
            <a:pPr marL="0" indent="0">
              <a:spcBef>
                <a:spcPts val="0"/>
              </a:spcBef>
              <a:buNone/>
            </a:pPr>
            <a:r>
              <a:rPr lang="en-GB" sz="2000" dirty="0"/>
              <a:t>Sally Bracegirdle</a:t>
            </a:r>
          </a:p>
          <a:p>
            <a:pPr marL="0" indent="0">
              <a:spcBef>
                <a:spcPts val="0"/>
              </a:spcBef>
              <a:buNone/>
            </a:pPr>
            <a:r>
              <a:rPr lang="en-GB" sz="2000" b="1" dirty="0"/>
              <a:t>Head of Student Engagement </a:t>
            </a:r>
          </a:p>
          <a:p>
            <a:pPr marL="0" indent="0">
              <a:spcBef>
                <a:spcPts val="0"/>
              </a:spcBef>
              <a:buNone/>
            </a:pPr>
            <a:r>
              <a:rPr lang="en-GB" sz="2000" b="1" dirty="0"/>
              <a:t>Grad Touch</a:t>
            </a:r>
          </a:p>
          <a:p>
            <a:pPr defTabSz="609630">
              <a:lnSpc>
                <a:spcPts val="3267"/>
              </a:lnSpc>
            </a:pPr>
            <a:endParaRPr lang="en-US" sz="2333" dirty="0">
              <a:solidFill>
                <a:srgbClr val="000000"/>
              </a:solidFill>
              <a:latin typeface="Arimo"/>
            </a:endParaRPr>
          </a:p>
        </p:txBody>
      </p:sp>
      <p:sp>
        <p:nvSpPr>
          <p:cNvPr id="11" name="TextBox 11"/>
          <p:cNvSpPr txBox="1">
            <a:spLocks noGrp="1"/>
          </p:cNvSpPr>
          <p:nvPr>
            <p:ph type="title" idx="4294967295"/>
          </p:nvPr>
        </p:nvSpPr>
        <p:spPr>
          <a:xfrm>
            <a:off x="472375" y="1389101"/>
            <a:ext cx="9552737" cy="825354"/>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ts val="7150"/>
              </a:lnSpc>
              <a:spcBef>
                <a:spcPts val="0"/>
              </a:spcBef>
              <a:defRPr/>
            </a:pPr>
            <a:r>
              <a:rPr lang="en-GB" sz="4000" b="1" dirty="0">
                <a:latin typeface="+mn-lt"/>
                <a:cs typeface="Arial"/>
              </a:rPr>
              <a:t>Top Tips!!</a:t>
            </a:r>
            <a:endParaRPr lang="en-US" sz="4000" dirty="0">
              <a:solidFill>
                <a:srgbClr val="000000"/>
              </a:solidFill>
              <a:latin typeface="SerifaBEFOP-Medium"/>
              <a:ea typeface="+mn-ea"/>
              <a:cs typeface="+mn-c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C183D7F6-B498-43B3-948B-1728B52AA6E4}">
                <adec:decorative xmlns:adec="http://schemas.microsoft.com/office/drawing/2017/decorative" val="1"/>
              </a:ext>
            </a:extLst>
          </p:cNvPr>
          <p:cNvGrpSpPr/>
          <p:nvPr/>
        </p:nvGrpSpPr>
        <p:grpSpPr>
          <a:xfrm>
            <a:off x="0" y="0"/>
            <a:ext cx="12192000" cy="1132558"/>
            <a:chOff x="0" y="0"/>
            <a:chExt cx="4816593" cy="447430"/>
          </a:xfrm>
        </p:grpSpPr>
        <p:sp>
          <p:nvSpPr>
            <p:cNvPr id="3" name="Freeform 3"/>
            <p:cNvSpPr/>
            <p:nvPr/>
          </p:nvSpPr>
          <p:spPr>
            <a:xfrm>
              <a:off x="0" y="0"/>
              <a:ext cx="4816592" cy="447430"/>
            </a:xfrm>
            <a:custGeom>
              <a:avLst/>
              <a:gdLst/>
              <a:ahLst/>
              <a:cxnLst/>
              <a:rect l="l" t="t" r="r" b="b"/>
              <a:pathLst>
                <a:path w="4816592" h="447430">
                  <a:moveTo>
                    <a:pt x="0" y="0"/>
                  </a:moveTo>
                  <a:lnTo>
                    <a:pt x="4816592" y="0"/>
                  </a:lnTo>
                  <a:lnTo>
                    <a:pt x="4816592" y="447430"/>
                  </a:lnTo>
                  <a:lnTo>
                    <a:pt x="0" y="447430"/>
                  </a:lnTo>
                  <a:close/>
                </a:path>
              </a:pathLst>
            </a:custGeom>
            <a:solidFill>
              <a:srgbClr val="002F6C"/>
            </a:solidFill>
          </p:spPr>
          <p:txBody>
            <a:bodyPr/>
            <a:lstStyle/>
            <a:p>
              <a:endParaRPr lang="en-GB"/>
            </a:p>
          </p:txBody>
        </p:sp>
        <p:sp>
          <p:nvSpPr>
            <p:cNvPr id="4" name="TextBox 4"/>
            <p:cNvSpPr txBox="1"/>
            <p:nvPr/>
          </p:nvSpPr>
          <p:spPr>
            <a:xfrm>
              <a:off x="0" y="-47625"/>
              <a:ext cx="812800" cy="860425"/>
            </a:xfrm>
            <a:prstGeom prst="rect">
              <a:avLst/>
            </a:prstGeom>
          </p:spPr>
          <p:txBody>
            <a:bodyPr lIns="33867" tIns="33867" rIns="33867" bIns="33867" rtlCol="0" anchor="ctr"/>
            <a:lstStyle/>
            <a:p>
              <a:pPr algn="ctr" defTabSz="609630">
                <a:lnSpc>
                  <a:spcPts val="1773"/>
                </a:lnSpc>
              </a:pPr>
              <a:endParaRPr sz="1200">
                <a:solidFill>
                  <a:prstClr val="black"/>
                </a:solidFill>
                <a:latin typeface="Calibri"/>
              </a:endParaRPr>
            </a:p>
          </p:txBody>
        </p:sp>
      </p:grpSp>
      <p:sp>
        <p:nvSpPr>
          <p:cNvPr id="5" name="Freeform 5">
            <a:extLst>
              <a:ext uri="{C183D7F6-B498-43B3-948B-1728B52AA6E4}">
                <adec:decorative xmlns:adec="http://schemas.microsoft.com/office/drawing/2017/decorative" val="1"/>
              </a:ext>
            </a:extLst>
          </p:cNvPr>
          <p:cNvSpPr/>
          <p:nvPr/>
        </p:nvSpPr>
        <p:spPr>
          <a:xfrm>
            <a:off x="10522107" y="242143"/>
            <a:ext cx="1410947" cy="648273"/>
          </a:xfrm>
          <a:custGeom>
            <a:avLst/>
            <a:gdLst/>
            <a:ahLst/>
            <a:cxnLst/>
            <a:rect l="l" t="t" r="r" b="b"/>
            <a:pathLst>
              <a:path w="2116420" h="972409">
                <a:moveTo>
                  <a:pt x="0" y="0"/>
                </a:moveTo>
                <a:lnTo>
                  <a:pt x="2116420" y="0"/>
                </a:lnTo>
                <a:lnTo>
                  <a:pt x="2116420" y="972409"/>
                </a:lnTo>
                <a:lnTo>
                  <a:pt x="0" y="972409"/>
                </a:lnTo>
                <a:lnTo>
                  <a:pt x="0" y="0"/>
                </a:lnTo>
                <a:close/>
              </a:path>
            </a:pathLst>
          </a:custGeom>
          <a:blipFill>
            <a:blip r:embed="rId2"/>
            <a:stretch>
              <a:fillRect/>
            </a:stretch>
          </a:blipFill>
        </p:spPr>
        <p:txBody>
          <a:bodyPr/>
          <a:lstStyle/>
          <a:p>
            <a:endParaRPr lang="en-GB"/>
          </a:p>
        </p:txBody>
      </p:sp>
      <p:sp>
        <p:nvSpPr>
          <p:cNvPr id="6" name="AutoShape 6">
            <a:extLst>
              <a:ext uri="{C183D7F6-B498-43B3-948B-1728B52AA6E4}">
                <adec:decorative xmlns:adec="http://schemas.microsoft.com/office/drawing/2017/decorative" val="1"/>
              </a:ext>
            </a:extLst>
          </p:cNvPr>
          <p:cNvSpPr/>
          <p:nvPr/>
        </p:nvSpPr>
        <p:spPr>
          <a:xfrm flipV="1">
            <a:off x="10407573" y="217679"/>
            <a:ext cx="0" cy="697201"/>
          </a:xfrm>
          <a:prstGeom prst="line">
            <a:avLst/>
          </a:prstGeom>
          <a:ln w="76200" cap="flat">
            <a:solidFill>
              <a:srgbClr val="FFFFFF"/>
            </a:solidFill>
            <a:prstDash val="solid"/>
            <a:headEnd type="none" w="sm" len="sm"/>
            <a:tailEnd type="none" w="sm" len="sm"/>
          </a:ln>
        </p:spPr>
        <p:txBody>
          <a:bodyPr/>
          <a:lstStyle/>
          <a:p>
            <a:endParaRPr lang="en-GB"/>
          </a:p>
        </p:txBody>
      </p:sp>
      <p:sp>
        <p:nvSpPr>
          <p:cNvPr id="7" name="Freeform 7">
            <a:extLst>
              <a:ext uri="{C183D7F6-B498-43B3-948B-1728B52AA6E4}">
                <adec:decorative xmlns:adec="http://schemas.microsoft.com/office/drawing/2017/decorative" val="1"/>
              </a:ext>
            </a:extLst>
          </p:cNvPr>
          <p:cNvSpPr/>
          <p:nvPr/>
        </p:nvSpPr>
        <p:spPr>
          <a:xfrm>
            <a:off x="301635" y="205641"/>
            <a:ext cx="1886212" cy="721277"/>
          </a:xfrm>
          <a:custGeom>
            <a:avLst/>
            <a:gdLst/>
            <a:ahLst/>
            <a:cxnLst/>
            <a:rect l="l" t="t" r="r" b="b"/>
            <a:pathLst>
              <a:path w="2829318" h="1081916">
                <a:moveTo>
                  <a:pt x="0" y="0"/>
                </a:moveTo>
                <a:lnTo>
                  <a:pt x="2829319" y="0"/>
                </a:lnTo>
                <a:lnTo>
                  <a:pt x="2829319" y="1081916"/>
                </a:lnTo>
                <a:lnTo>
                  <a:pt x="0" y="1081916"/>
                </a:lnTo>
                <a:lnTo>
                  <a:pt x="0" y="0"/>
                </a:lnTo>
                <a:close/>
              </a:path>
            </a:pathLst>
          </a:custGeom>
          <a:blipFill>
            <a:blip r:embed="rId3"/>
            <a:stretch>
              <a:fillRect/>
            </a:stretch>
          </a:blipFill>
        </p:spPr>
        <p:txBody>
          <a:bodyPr/>
          <a:lstStyle/>
          <a:p>
            <a:endParaRPr lang="en-GB"/>
          </a:p>
        </p:txBody>
      </p:sp>
      <p:sp>
        <p:nvSpPr>
          <p:cNvPr id="8" name="Freeform 8">
            <a:extLst>
              <a:ext uri="{C183D7F6-B498-43B3-948B-1728B52AA6E4}">
                <adec:decorative xmlns:adec="http://schemas.microsoft.com/office/drawing/2017/decorative" val="1"/>
              </a:ext>
            </a:extLst>
          </p:cNvPr>
          <p:cNvSpPr/>
          <p:nvPr/>
        </p:nvSpPr>
        <p:spPr>
          <a:xfrm rot="-1180762">
            <a:off x="10779735" y="4003389"/>
            <a:ext cx="1269199" cy="1269199"/>
          </a:xfrm>
          <a:custGeom>
            <a:avLst/>
            <a:gdLst/>
            <a:ahLst/>
            <a:cxnLst/>
            <a:rect l="l" t="t" r="r" b="b"/>
            <a:pathLst>
              <a:path w="1903798" h="1903798">
                <a:moveTo>
                  <a:pt x="0" y="0"/>
                </a:moveTo>
                <a:lnTo>
                  <a:pt x="1903798" y="0"/>
                </a:lnTo>
                <a:lnTo>
                  <a:pt x="1903798" y="1903798"/>
                </a:lnTo>
                <a:lnTo>
                  <a:pt x="0" y="1903798"/>
                </a:lnTo>
                <a:lnTo>
                  <a:pt x="0" y="0"/>
                </a:lnTo>
                <a:close/>
              </a:path>
            </a:pathLst>
          </a:custGeom>
          <a:blipFill>
            <a:blip r:embed="rId4"/>
            <a:stretch>
              <a:fillRect/>
            </a:stretch>
          </a:blipFill>
        </p:spPr>
        <p:txBody>
          <a:bodyPr/>
          <a:lstStyle/>
          <a:p>
            <a:endParaRPr lang="en-GB"/>
          </a:p>
        </p:txBody>
      </p:sp>
      <p:sp>
        <p:nvSpPr>
          <p:cNvPr id="9" name="Freeform 9">
            <a:extLst>
              <a:ext uri="{C183D7F6-B498-43B3-948B-1728B52AA6E4}">
                <adec:decorative xmlns:adec="http://schemas.microsoft.com/office/drawing/2017/decorative" val="1"/>
              </a:ext>
            </a:extLst>
          </p:cNvPr>
          <p:cNvSpPr/>
          <p:nvPr/>
        </p:nvSpPr>
        <p:spPr>
          <a:xfrm rot="-1180762">
            <a:off x="10609613" y="5412161"/>
            <a:ext cx="1269199" cy="1269199"/>
          </a:xfrm>
          <a:custGeom>
            <a:avLst/>
            <a:gdLst/>
            <a:ahLst/>
            <a:cxnLst/>
            <a:rect l="l" t="t" r="r" b="b"/>
            <a:pathLst>
              <a:path w="1903798" h="1903798">
                <a:moveTo>
                  <a:pt x="0" y="0"/>
                </a:moveTo>
                <a:lnTo>
                  <a:pt x="1903798" y="0"/>
                </a:lnTo>
                <a:lnTo>
                  <a:pt x="1903798" y="1903799"/>
                </a:lnTo>
                <a:lnTo>
                  <a:pt x="0" y="1903799"/>
                </a:lnTo>
                <a:lnTo>
                  <a:pt x="0" y="0"/>
                </a:lnTo>
                <a:close/>
              </a:path>
            </a:pathLst>
          </a:custGeom>
          <a:blipFill>
            <a:blip r:embed="rId5"/>
            <a:stretch>
              <a:fillRect/>
            </a:stretch>
          </a:blipFill>
        </p:spPr>
        <p:txBody>
          <a:bodyPr/>
          <a:lstStyle/>
          <a:p>
            <a:endParaRPr lang="en-GB"/>
          </a:p>
        </p:txBody>
      </p:sp>
      <p:sp>
        <p:nvSpPr>
          <p:cNvPr id="10" name="TextBox 10"/>
          <p:cNvSpPr txBox="1"/>
          <p:nvPr/>
        </p:nvSpPr>
        <p:spPr>
          <a:xfrm>
            <a:off x="472375" y="2226238"/>
            <a:ext cx="9552737" cy="3784177"/>
          </a:xfrm>
          <a:prstGeom prst="rect">
            <a:avLst/>
          </a:prstGeom>
        </p:spPr>
        <p:txBody>
          <a:bodyPr lIns="0" tIns="0" rIns="0" bIns="0" rtlCol="0" anchor="t">
            <a:spAutoFit/>
          </a:bodyPr>
          <a:lstStyle/>
          <a:p>
            <a:pPr defTabSz="609630">
              <a:lnSpc>
                <a:spcPts val="3267"/>
              </a:lnSpc>
            </a:pPr>
            <a:endParaRPr lang="en-GB" sz="2400" dirty="0">
              <a:solidFill>
                <a:srgbClr val="000000"/>
              </a:solidFill>
              <a:hlinkClick r:id="rId6"/>
            </a:endParaRPr>
          </a:p>
          <a:p>
            <a:pPr defTabSz="609630">
              <a:lnSpc>
                <a:spcPts val="3267"/>
              </a:lnSpc>
            </a:pPr>
            <a:r>
              <a:rPr lang="en-GB" sz="2400" dirty="0">
                <a:solidFill>
                  <a:srgbClr val="000000"/>
                </a:solidFill>
                <a:hlinkClick r:id="rId6"/>
              </a:rPr>
              <a:t>Making the Most of Your Linked In Profile</a:t>
            </a:r>
            <a:endParaRPr lang="en-GB" sz="2400" dirty="0">
              <a:solidFill>
                <a:srgbClr val="000000"/>
              </a:solidFill>
            </a:endParaRPr>
          </a:p>
          <a:p>
            <a:pPr defTabSz="609630">
              <a:lnSpc>
                <a:spcPts val="3267"/>
              </a:lnSpc>
            </a:pPr>
            <a:endParaRPr lang="en-GB" sz="2400" dirty="0">
              <a:solidFill>
                <a:srgbClr val="000000"/>
              </a:solidFill>
            </a:endParaRPr>
          </a:p>
          <a:p>
            <a:pPr defTabSz="609630">
              <a:lnSpc>
                <a:spcPts val="3267"/>
              </a:lnSpc>
            </a:pPr>
            <a:r>
              <a:rPr lang="en-US" sz="2400" dirty="0">
                <a:solidFill>
                  <a:srgbClr val="000000"/>
                </a:solidFill>
                <a:hlinkClick r:id="rId7"/>
              </a:rPr>
              <a:t>Using Social Media for Job Hunting</a:t>
            </a:r>
            <a:endParaRPr lang="en-US" sz="2400" dirty="0">
              <a:solidFill>
                <a:srgbClr val="000000"/>
              </a:solidFill>
            </a:endParaRPr>
          </a:p>
          <a:p>
            <a:pPr defTabSz="609630">
              <a:lnSpc>
                <a:spcPts val="3267"/>
              </a:lnSpc>
            </a:pPr>
            <a:endParaRPr lang="en-US" sz="2400" dirty="0">
              <a:solidFill>
                <a:srgbClr val="000000"/>
              </a:solidFill>
            </a:endParaRPr>
          </a:p>
          <a:p>
            <a:pPr defTabSz="609630">
              <a:lnSpc>
                <a:spcPts val="3267"/>
              </a:lnSpc>
            </a:pPr>
            <a:r>
              <a:rPr lang="en-GB" sz="2400" dirty="0">
                <a:hlinkClick r:id="rId8">
                  <a:extLst>
                    <a:ext uri="{A12FA001-AC4F-418D-AE19-62706E023703}">
                      <ahyp:hlinkClr xmlns:ahyp="http://schemas.microsoft.com/office/drawing/2018/hyperlinkcolor" val="tx"/>
                    </a:ext>
                  </a:extLst>
                </a:hlinkClick>
              </a:rPr>
              <a:t>LinkedIn Learning: LinkedIn for students</a:t>
            </a:r>
            <a:endParaRPr lang="en-GB" sz="2400" dirty="0"/>
          </a:p>
          <a:p>
            <a:pPr defTabSz="609630">
              <a:lnSpc>
                <a:spcPts val="3267"/>
              </a:lnSpc>
            </a:pPr>
            <a:endParaRPr lang="en-GB" sz="2400" dirty="0"/>
          </a:p>
          <a:p>
            <a:pPr defTabSz="609630">
              <a:lnSpc>
                <a:spcPts val="3267"/>
              </a:lnSpc>
            </a:pPr>
            <a:r>
              <a:rPr lang="en-GB" sz="2400" dirty="0">
                <a:hlinkClick r:id="rId9"/>
              </a:rPr>
              <a:t>Managing Your Digital Footprint</a:t>
            </a:r>
            <a:endParaRPr lang="en-GB" sz="2400" dirty="0"/>
          </a:p>
          <a:p>
            <a:pPr defTabSz="609630">
              <a:lnSpc>
                <a:spcPts val="3267"/>
              </a:lnSpc>
            </a:pPr>
            <a:endParaRPr lang="en-US" sz="2400" dirty="0">
              <a:solidFill>
                <a:srgbClr val="000000"/>
              </a:solidFill>
            </a:endParaRPr>
          </a:p>
        </p:txBody>
      </p:sp>
      <p:sp>
        <p:nvSpPr>
          <p:cNvPr id="11" name="TextBox 11"/>
          <p:cNvSpPr txBox="1">
            <a:spLocks noGrp="1"/>
          </p:cNvSpPr>
          <p:nvPr>
            <p:ph type="title" idx="4294967295"/>
          </p:nvPr>
        </p:nvSpPr>
        <p:spPr>
          <a:xfrm>
            <a:off x="472375" y="1389101"/>
            <a:ext cx="9552737" cy="827919"/>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ts val="7150"/>
              </a:lnSpc>
              <a:spcBef>
                <a:spcPts val="0"/>
              </a:spcBef>
              <a:defRPr/>
            </a:pPr>
            <a:r>
              <a:rPr lang="en-US" sz="4000" b="1" dirty="0">
                <a:solidFill>
                  <a:srgbClr val="000000"/>
                </a:solidFill>
                <a:ea typeface="+mn-ea"/>
                <a:cs typeface="+mn-cs"/>
              </a:rPr>
              <a:t>Useful resources and sites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C6057-3F26-CD36-03C4-31879EF2E2C1}"/>
              </a:ext>
            </a:extLst>
          </p:cNvPr>
          <p:cNvSpPr>
            <a:spLocks noGrp="1"/>
          </p:cNvSpPr>
          <p:nvPr>
            <p:ph type="title"/>
          </p:nvPr>
        </p:nvSpPr>
        <p:spPr>
          <a:xfrm>
            <a:off x="4965430" y="629268"/>
            <a:ext cx="6586491" cy="1286160"/>
          </a:xfrm>
        </p:spPr>
        <p:txBody>
          <a:bodyPr anchor="b">
            <a:normAutofit/>
          </a:bodyPr>
          <a:lstStyle/>
          <a:p>
            <a:r>
              <a:rPr lang="en-GB" b="1" dirty="0">
                <a:latin typeface="+mn-lt"/>
                <a:cs typeface="Arial"/>
              </a:rPr>
              <a:t>Thank you For listening!</a:t>
            </a:r>
          </a:p>
        </p:txBody>
      </p:sp>
      <p:sp>
        <p:nvSpPr>
          <p:cNvPr id="3" name="Content Placeholder 2">
            <a:extLst>
              <a:ext uri="{FF2B5EF4-FFF2-40B4-BE49-F238E27FC236}">
                <a16:creationId xmlns:a16="http://schemas.microsoft.com/office/drawing/2014/main" id="{A00EDA1A-AF48-12D6-74F7-C71974617674}"/>
              </a:ext>
            </a:extLst>
          </p:cNvPr>
          <p:cNvSpPr>
            <a:spLocks noGrp="1"/>
          </p:cNvSpPr>
          <p:nvPr>
            <p:ph idx="1"/>
          </p:nvPr>
        </p:nvSpPr>
        <p:spPr>
          <a:xfrm>
            <a:off x="4965431" y="2438400"/>
            <a:ext cx="6586489" cy="3785419"/>
          </a:xfrm>
        </p:spPr>
        <p:txBody>
          <a:bodyPr vert="horz" lIns="91440" tIns="45720" rIns="91440" bIns="45720" rtlCol="0">
            <a:normAutofit/>
          </a:bodyPr>
          <a:lstStyle/>
          <a:p>
            <a:pPr marL="0" indent="0">
              <a:buNone/>
            </a:pPr>
            <a:endParaRPr lang="en-GB" sz="2000" dirty="0">
              <a:cs typeface="Calibri" panose="020F0502020204030204"/>
            </a:endParaRPr>
          </a:p>
          <a:p>
            <a:pPr marL="0" indent="0">
              <a:buNone/>
            </a:pPr>
            <a:endParaRPr lang="en-GB" sz="2000" dirty="0">
              <a:cs typeface="Calibri" panose="020F0502020204030204"/>
            </a:endParaRPr>
          </a:p>
          <a:p>
            <a:pPr marL="0" indent="0">
              <a:buNone/>
            </a:pPr>
            <a:r>
              <a:rPr lang="en-GB" sz="4000" dirty="0">
                <a:cs typeface="Calibri" panose="020F0502020204030204"/>
              </a:rPr>
              <a:t>Any questions!!!</a:t>
            </a:r>
          </a:p>
        </p:txBody>
      </p:sp>
      <p:pic>
        <p:nvPicPr>
          <p:cNvPr id="11" name="Picture 4" descr="Sticky notes with question marks. It's the end of the talk, and we're asking if students have any questions. ">
            <a:extLst>
              <a:ext uri="{FF2B5EF4-FFF2-40B4-BE49-F238E27FC236}">
                <a16:creationId xmlns:a16="http://schemas.microsoft.com/office/drawing/2014/main" id="{01A28598-5089-0EB5-3648-1044FD07575B}"/>
              </a:ext>
            </a:extLst>
          </p:cNvPr>
          <p:cNvPicPr>
            <a:picLocks noChangeAspect="1"/>
          </p:cNvPicPr>
          <p:nvPr/>
        </p:nvPicPr>
        <p:blipFill rotWithShape="1">
          <a:blip r:embed="rId2"/>
          <a:srcRect l="28662" r="26219" b="-1"/>
          <a:stretch/>
        </p:blipFill>
        <p:spPr>
          <a:xfrm>
            <a:off x="20" y="10"/>
            <a:ext cx="4635571" cy="6857990"/>
          </a:xfrm>
          <a:prstGeom prst="rect">
            <a:avLst/>
          </a:prstGeom>
          <a:effectLst/>
        </p:spPr>
      </p:pic>
      <p:cxnSp>
        <p:nvCxnSpPr>
          <p:cNvPr id="12" name="Straight Connector 8">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rgbClr val="ECF40B"/>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40889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RESGUID" val="5d58b433-0a17-4fcf-9199-78c59d161d04"/>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5.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7.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8.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9.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10.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11.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2.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1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15.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16.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otalTime>155</TotalTime>
  <Words>666</Words>
  <Application>Microsoft Office PowerPoint</Application>
  <PresentationFormat>Widescreen</PresentationFormat>
  <Paragraphs>95</Paragraphs>
  <Slides>27</Slides>
  <Notes>2</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27</vt:i4>
      </vt:variant>
    </vt:vector>
  </HeadingPairs>
  <TitlesOfParts>
    <vt:vector size="37" baseType="lpstr">
      <vt:lpstr>MS PGothic</vt:lpstr>
      <vt:lpstr>Arial</vt:lpstr>
      <vt:lpstr>Arimo</vt:lpstr>
      <vt:lpstr>Calibri</vt:lpstr>
      <vt:lpstr>Calibri Light</vt:lpstr>
      <vt:lpstr>SerifaBEFOP-Medium</vt:lpstr>
      <vt:lpstr>1_Office Theme</vt:lpstr>
      <vt:lpstr>Office Theme</vt:lpstr>
      <vt:lpstr>2_office theme</vt:lpstr>
      <vt:lpstr>3_office theme</vt:lpstr>
      <vt:lpstr>Linked In Nick Touati Careers Consultant Science &amp; Engineering Faculty  Careers Team</vt:lpstr>
      <vt:lpstr>PowerPoint Presentation</vt:lpstr>
      <vt:lpstr>Career Readiness data- first year Mathematics</vt:lpstr>
      <vt:lpstr>The essentials</vt:lpstr>
      <vt:lpstr>Let’s look at the profile!</vt:lpstr>
      <vt:lpstr>The profile</vt:lpstr>
      <vt:lpstr>  The Photo- Why they don’t work</vt:lpstr>
      <vt:lpstr>The photo- good headshot</vt:lpstr>
      <vt:lpstr> </vt:lpstr>
      <vt:lpstr>The summary</vt:lpstr>
      <vt:lpstr>What does a good profile look like?</vt:lpstr>
      <vt:lpstr>What does a good profile look like?</vt:lpstr>
      <vt:lpstr>Add slide title here</vt:lpstr>
      <vt:lpstr>Add slide title here</vt:lpstr>
      <vt:lpstr>Skills- endorsements</vt:lpstr>
      <vt:lpstr>Recommendations</vt:lpstr>
      <vt:lpstr>Let’s take a look at networking and engaging</vt:lpstr>
      <vt:lpstr>Who to network with </vt:lpstr>
      <vt:lpstr>Linked In Alumni Tool</vt:lpstr>
      <vt:lpstr>Build your network</vt:lpstr>
      <vt:lpstr>Build your network</vt:lpstr>
      <vt:lpstr>Follow companies &amp; people</vt:lpstr>
      <vt:lpstr>Join groups</vt:lpstr>
      <vt:lpstr>Top tips!!</vt:lpstr>
      <vt:lpstr>Top Tips!!</vt:lpstr>
      <vt:lpstr>Useful resources and sites</vt:lpstr>
      <vt:lpstr>Thank you For listening!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Nick Touati</dc:creator>
  <cp:lastModifiedBy>Nick Touati</cp:lastModifiedBy>
  <cp:revision>4</cp:revision>
  <dcterms:created xsi:type="dcterms:W3CDTF">2023-11-22T15:35:49Z</dcterms:created>
  <dcterms:modified xsi:type="dcterms:W3CDTF">2025-11-26T10:06:51Z</dcterms:modified>
</cp:coreProperties>
</file>