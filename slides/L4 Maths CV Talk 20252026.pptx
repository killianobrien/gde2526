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</p:sldMasterIdLst>
  <p:notesMasterIdLst>
    <p:notesMasterId r:id="rId33"/>
  </p:notesMasterIdLst>
  <p:sldIdLst>
    <p:sldId id="260" r:id="rId6"/>
    <p:sldId id="269" r:id="rId7"/>
    <p:sldId id="266" r:id="rId8"/>
    <p:sldId id="268" r:id="rId9"/>
    <p:sldId id="272" r:id="rId10"/>
    <p:sldId id="331" r:id="rId11"/>
    <p:sldId id="333" r:id="rId12"/>
    <p:sldId id="334" r:id="rId13"/>
    <p:sldId id="335" r:id="rId14"/>
    <p:sldId id="336" r:id="rId15"/>
    <p:sldId id="312" r:id="rId16"/>
    <p:sldId id="275" r:id="rId17"/>
    <p:sldId id="276" r:id="rId18"/>
    <p:sldId id="265" r:id="rId19"/>
    <p:sldId id="337" r:id="rId20"/>
    <p:sldId id="264" r:id="rId21"/>
    <p:sldId id="339" r:id="rId22"/>
    <p:sldId id="340" r:id="rId23"/>
    <p:sldId id="341" r:id="rId24"/>
    <p:sldId id="342" r:id="rId25"/>
    <p:sldId id="343" r:id="rId26"/>
    <p:sldId id="344" r:id="rId27"/>
    <p:sldId id="345" r:id="rId28"/>
    <p:sldId id="346" r:id="rId29"/>
    <p:sldId id="348" r:id="rId30"/>
    <p:sldId id="633" r:id="rId31"/>
    <p:sldId id="632" r:id="rId32"/>
  </p:sldIdLst>
  <p:sldSz cx="12192000" cy="6858000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87B54-A32F-428B-A6FF-4759159E1A3F}" v="6" dt="2025-11-11T14:59:04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859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6/11/relationships/changesInfo" Target="changesInfos/changesInfo1.xml"/><Relationship Id="rId21" Type="http://schemas.openxmlformats.org/officeDocument/2006/relationships/slide" Target="slides/slide16.xml"/><Relationship Id="rId34" Type="http://schemas.openxmlformats.org/officeDocument/2006/relationships/tags" Target="tags/tag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 Touati" userId="3dd9facd-56ab-4a95-b325-5e059eef8009" providerId="ADAL" clId="{20A87B54-A32F-428B-A6FF-4759159E1A3F}"/>
    <pc:docChg chg="addSld delSld modSld delMainMaster">
      <pc:chgData name="Nick Touati" userId="3dd9facd-56ab-4a95-b325-5e059eef8009" providerId="ADAL" clId="{20A87B54-A32F-428B-A6FF-4759159E1A3F}" dt="2025-11-11T14:59:21.802" v="58" actId="5793"/>
      <pc:docMkLst>
        <pc:docMk/>
      </pc:docMkLst>
      <pc:sldChg chg="del">
        <pc:chgData name="Nick Touati" userId="3dd9facd-56ab-4a95-b325-5e059eef8009" providerId="ADAL" clId="{20A87B54-A32F-428B-A6FF-4759159E1A3F}" dt="2025-11-07T10:10:21.048" v="13" actId="2696"/>
        <pc:sldMkLst>
          <pc:docMk/>
          <pc:sldMk cId="1520375384" sldId="263"/>
        </pc:sldMkLst>
      </pc:sldChg>
      <pc:sldChg chg="modSp">
        <pc:chgData name="Nick Touati" userId="3dd9facd-56ab-4a95-b325-5e059eef8009" providerId="ADAL" clId="{20A87B54-A32F-428B-A6FF-4759159E1A3F}" dt="2025-11-07T10:08:29.076" v="9" actId="20577"/>
        <pc:sldMkLst>
          <pc:docMk/>
          <pc:sldMk cId="0" sldId="264"/>
        </pc:sldMkLst>
        <pc:graphicFrameChg chg="mod">
          <ac:chgData name="Nick Touati" userId="3dd9facd-56ab-4a95-b325-5e059eef8009" providerId="ADAL" clId="{20A87B54-A32F-428B-A6FF-4759159E1A3F}" dt="2025-11-07T10:08:29.076" v="9" actId="20577"/>
          <ac:graphicFrameMkLst>
            <pc:docMk/>
            <pc:sldMk cId="0" sldId="264"/>
            <ac:graphicFrameMk id="13" creationId="{41ADFB16-4B4D-24A1-3FA5-39534D28C50E}"/>
          </ac:graphicFrameMkLst>
        </pc:graphicFrameChg>
      </pc:sldChg>
      <pc:sldChg chg="add del">
        <pc:chgData name="Nick Touati" userId="3dd9facd-56ab-4a95-b325-5e059eef8009" providerId="ADAL" clId="{20A87B54-A32F-428B-A6FF-4759159E1A3F}" dt="2025-11-07T10:06:52.110" v="7"/>
        <pc:sldMkLst>
          <pc:docMk/>
          <pc:sldMk cId="0" sldId="265"/>
        </pc:sldMkLst>
      </pc:sldChg>
      <pc:sldChg chg="modSp mod">
        <pc:chgData name="Nick Touati" userId="3dd9facd-56ab-4a95-b325-5e059eef8009" providerId="ADAL" clId="{20A87B54-A32F-428B-A6FF-4759159E1A3F}" dt="2025-11-07T10:17:13.815" v="15" actId="6549"/>
        <pc:sldMkLst>
          <pc:docMk/>
          <pc:sldMk cId="0" sldId="268"/>
        </pc:sldMkLst>
        <pc:spChg chg="mod">
          <ac:chgData name="Nick Touati" userId="3dd9facd-56ab-4a95-b325-5e059eef8009" providerId="ADAL" clId="{20A87B54-A32F-428B-A6FF-4759159E1A3F}" dt="2025-11-07T10:17:13.815" v="15" actId="6549"/>
          <ac:spMkLst>
            <pc:docMk/>
            <pc:sldMk cId="0" sldId="268"/>
            <ac:spMk id="11" creationId="{00000000-0000-0000-0000-000000000000}"/>
          </ac:spMkLst>
        </pc:spChg>
      </pc:sldChg>
      <pc:sldChg chg="modSp add mod">
        <pc:chgData name="Nick Touati" userId="3dd9facd-56ab-4a95-b325-5e059eef8009" providerId="ADAL" clId="{20A87B54-A32F-428B-A6FF-4759159E1A3F}" dt="2025-11-11T14:54:40.140" v="48" actId="20577"/>
        <pc:sldMkLst>
          <pc:docMk/>
          <pc:sldMk cId="4290873939" sldId="269"/>
        </pc:sldMkLst>
        <pc:spChg chg="mod">
          <ac:chgData name="Nick Touati" userId="3dd9facd-56ab-4a95-b325-5e059eef8009" providerId="ADAL" clId="{20A87B54-A32F-428B-A6FF-4759159E1A3F}" dt="2025-11-11T14:54:40.140" v="48" actId="20577"/>
          <ac:spMkLst>
            <pc:docMk/>
            <pc:sldMk cId="4290873939" sldId="269"/>
            <ac:spMk id="3" creationId="{1E89EA46-5E69-A026-640F-0CFB3CB4D0DF}"/>
          </ac:spMkLst>
        </pc:spChg>
      </pc:sldChg>
      <pc:sldChg chg="add del">
        <pc:chgData name="Nick Touati" userId="3dd9facd-56ab-4a95-b325-5e059eef8009" providerId="ADAL" clId="{20A87B54-A32F-428B-A6FF-4759159E1A3F}" dt="2025-11-07T10:07:08.319" v="8"/>
        <pc:sldMkLst>
          <pc:docMk/>
          <pc:sldMk cId="0" sldId="337"/>
        </pc:sldMkLst>
      </pc:sldChg>
      <pc:sldChg chg="modSp mod">
        <pc:chgData name="Nick Touati" userId="3dd9facd-56ab-4a95-b325-5e059eef8009" providerId="ADAL" clId="{20A87B54-A32F-428B-A6FF-4759159E1A3F}" dt="2025-11-07T10:17:40.290" v="19" actId="20577"/>
        <pc:sldMkLst>
          <pc:docMk/>
          <pc:sldMk cId="0" sldId="339"/>
        </pc:sldMkLst>
        <pc:spChg chg="mod">
          <ac:chgData name="Nick Touati" userId="3dd9facd-56ab-4a95-b325-5e059eef8009" providerId="ADAL" clId="{20A87B54-A32F-428B-A6FF-4759159E1A3F}" dt="2025-11-07T10:17:40.290" v="19" actId="20577"/>
          <ac:spMkLst>
            <pc:docMk/>
            <pc:sldMk cId="0" sldId="339"/>
            <ac:spMk id="11" creationId="{00000000-0000-0000-0000-000000000000}"/>
          </ac:spMkLst>
        </pc:spChg>
      </pc:sldChg>
      <pc:sldChg chg="modSp mod">
        <pc:chgData name="Nick Touati" userId="3dd9facd-56ab-4a95-b325-5e059eef8009" providerId="ADAL" clId="{20A87B54-A32F-428B-A6FF-4759159E1A3F}" dt="2025-11-07T10:08:57.877" v="11" actId="20577"/>
        <pc:sldMkLst>
          <pc:docMk/>
          <pc:sldMk cId="0" sldId="341"/>
        </pc:sldMkLst>
        <pc:spChg chg="mod">
          <ac:chgData name="Nick Touati" userId="3dd9facd-56ab-4a95-b325-5e059eef8009" providerId="ADAL" clId="{20A87B54-A32F-428B-A6FF-4759159E1A3F}" dt="2025-11-07T10:08:57.877" v="11" actId="20577"/>
          <ac:spMkLst>
            <pc:docMk/>
            <pc:sldMk cId="0" sldId="341"/>
            <ac:spMk id="10" creationId="{00000000-0000-0000-0000-000000000000}"/>
          </ac:spMkLst>
        </pc:spChg>
      </pc:sldChg>
      <pc:sldChg chg="modSp mod">
        <pc:chgData name="Nick Touati" userId="3dd9facd-56ab-4a95-b325-5e059eef8009" providerId="ADAL" clId="{20A87B54-A32F-428B-A6FF-4759159E1A3F}" dt="2025-11-07T10:17:47.577" v="21" actId="20577"/>
        <pc:sldMkLst>
          <pc:docMk/>
          <pc:sldMk cId="0" sldId="342"/>
        </pc:sldMkLst>
        <pc:spChg chg="mod">
          <ac:chgData name="Nick Touati" userId="3dd9facd-56ab-4a95-b325-5e059eef8009" providerId="ADAL" clId="{20A87B54-A32F-428B-A6FF-4759159E1A3F}" dt="2025-11-07T10:09:22.638" v="12" actId="6549"/>
          <ac:spMkLst>
            <pc:docMk/>
            <pc:sldMk cId="0" sldId="342"/>
            <ac:spMk id="10" creationId="{00000000-0000-0000-0000-000000000000}"/>
          </ac:spMkLst>
        </pc:spChg>
        <pc:spChg chg="mod">
          <ac:chgData name="Nick Touati" userId="3dd9facd-56ab-4a95-b325-5e059eef8009" providerId="ADAL" clId="{20A87B54-A32F-428B-A6FF-4759159E1A3F}" dt="2025-11-07T10:17:47.577" v="21" actId="20577"/>
          <ac:spMkLst>
            <pc:docMk/>
            <pc:sldMk cId="0" sldId="342"/>
            <ac:spMk id="11" creationId="{00000000-0000-0000-0000-000000000000}"/>
          </ac:spMkLst>
        </pc:spChg>
      </pc:sldChg>
      <pc:sldChg chg="modSp mod">
        <pc:chgData name="Nick Touati" userId="3dd9facd-56ab-4a95-b325-5e059eef8009" providerId="ADAL" clId="{20A87B54-A32F-428B-A6FF-4759159E1A3F}" dt="2025-11-07T10:17:52.562" v="23" actId="20577"/>
        <pc:sldMkLst>
          <pc:docMk/>
          <pc:sldMk cId="0" sldId="343"/>
        </pc:sldMkLst>
        <pc:spChg chg="mod">
          <ac:chgData name="Nick Touati" userId="3dd9facd-56ab-4a95-b325-5e059eef8009" providerId="ADAL" clId="{20A87B54-A32F-428B-A6FF-4759159E1A3F}" dt="2025-11-07T10:17:52.562" v="23" actId="20577"/>
          <ac:spMkLst>
            <pc:docMk/>
            <pc:sldMk cId="0" sldId="343"/>
            <ac:spMk id="11" creationId="{00000000-0000-0000-0000-000000000000}"/>
          </ac:spMkLst>
        </pc:spChg>
      </pc:sldChg>
      <pc:sldChg chg="modSp mod">
        <pc:chgData name="Nick Touati" userId="3dd9facd-56ab-4a95-b325-5e059eef8009" providerId="ADAL" clId="{20A87B54-A32F-428B-A6FF-4759159E1A3F}" dt="2025-11-11T14:59:16.188" v="56" actId="20577"/>
        <pc:sldMkLst>
          <pc:docMk/>
          <pc:sldMk cId="1832238981" sldId="345"/>
        </pc:sldMkLst>
        <pc:spChg chg="mod">
          <ac:chgData name="Nick Touati" userId="3dd9facd-56ab-4a95-b325-5e059eef8009" providerId="ADAL" clId="{20A87B54-A32F-428B-A6FF-4759159E1A3F}" dt="2025-11-11T14:59:16.188" v="56" actId="20577"/>
          <ac:spMkLst>
            <pc:docMk/>
            <pc:sldMk cId="1832238981" sldId="345"/>
            <ac:spMk id="7" creationId="{00000000-0000-0000-0000-000000000000}"/>
          </ac:spMkLst>
        </pc:spChg>
      </pc:sldChg>
      <pc:sldChg chg="modSp mod">
        <pc:chgData name="Nick Touati" userId="3dd9facd-56ab-4a95-b325-5e059eef8009" providerId="ADAL" clId="{20A87B54-A32F-428B-A6FF-4759159E1A3F}" dt="2025-11-11T14:59:21.802" v="58" actId="5793"/>
        <pc:sldMkLst>
          <pc:docMk/>
          <pc:sldMk cId="1358873976" sldId="346"/>
        </pc:sldMkLst>
        <pc:spChg chg="mod">
          <ac:chgData name="Nick Touati" userId="3dd9facd-56ab-4a95-b325-5e059eef8009" providerId="ADAL" clId="{20A87B54-A32F-428B-A6FF-4759159E1A3F}" dt="2025-11-11T14:59:21.802" v="58" actId="5793"/>
          <ac:spMkLst>
            <pc:docMk/>
            <pc:sldMk cId="1358873976" sldId="346"/>
            <ac:spMk id="7" creationId="{00000000-0000-0000-0000-000000000000}"/>
          </ac:spMkLst>
        </pc:spChg>
      </pc:sldChg>
      <pc:sldChg chg="modSp mod">
        <pc:chgData name="Nick Touati" userId="3dd9facd-56ab-4a95-b325-5e059eef8009" providerId="ADAL" clId="{20A87B54-A32F-428B-A6FF-4759159E1A3F}" dt="2025-11-11T14:55:39.653" v="50" actId="20577"/>
        <pc:sldMkLst>
          <pc:docMk/>
          <pc:sldMk cId="3648864544" sldId="633"/>
        </pc:sldMkLst>
        <pc:spChg chg="mod">
          <ac:chgData name="Nick Touati" userId="3dd9facd-56ab-4a95-b325-5e059eef8009" providerId="ADAL" clId="{20A87B54-A32F-428B-A6FF-4759159E1A3F}" dt="2025-11-11T14:55:39.653" v="50" actId="20577"/>
          <ac:spMkLst>
            <pc:docMk/>
            <pc:sldMk cId="3648864544" sldId="633"/>
            <ac:spMk id="7" creationId="{00000000-0000-0000-0000-000000000000}"/>
          </ac:spMkLst>
        </pc:spChg>
      </pc:sldChg>
      <pc:sldChg chg="delSp modSp add del mod">
        <pc:chgData name="Nick Touati" userId="3dd9facd-56ab-4a95-b325-5e059eef8009" providerId="ADAL" clId="{20A87B54-A32F-428B-A6FF-4759159E1A3F}" dt="2025-11-07T10:05:59.685" v="6" actId="2696"/>
        <pc:sldMkLst>
          <pc:docMk/>
          <pc:sldMk cId="4085401428" sldId="634"/>
        </pc:sldMkLst>
      </pc:sldChg>
      <pc:sldMasterChg chg="del delSldLayout">
        <pc:chgData name="Nick Touati" userId="3dd9facd-56ab-4a95-b325-5e059eef8009" providerId="ADAL" clId="{20A87B54-A32F-428B-A6FF-4759159E1A3F}" dt="2025-11-07T10:10:21.048" v="13" actId="2696"/>
        <pc:sldMasterMkLst>
          <pc:docMk/>
          <pc:sldMasterMk cId="3741421661" sldId="2147483708"/>
        </pc:sldMasterMkLst>
        <pc:sldLayoutChg chg="del">
          <pc:chgData name="Nick Touati" userId="3dd9facd-56ab-4a95-b325-5e059eef8009" providerId="ADAL" clId="{20A87B54-A32F-428B-A6FF-4759159E1A3F}" dt="2025-11-07T10:10:21.048" v="13" actId="2696"/>
          <pc:sldLayoutMkLst>
            <pc:docMk/>
            <pc:sldMasterMk cId="3741421661" sldId="2147483708"/>
            <pc:sldLayoutMk cId="2632278493" sldId="2147483709"/>
          </pc:sldLayoutMkLst>
        </pc:sldLayoutChg>
        <pc:sldLayoutChg chg="del">
          <pc:chgData name="Nick Touati" userId="3dd9facd-56ab-4a95-b325-5e059eef8009" providerId="ADAL" clId="{20A87B54-A32F-428B-A6FF-4759159E1A3F}" dt="2025-11-07T10:10:21.048" v="13" actId="2696"/>
          <pc:sldLayoutMkLst>
            <pc:docMk/>
            <pc:sldMasterMk cId="3741421661" sldId="2147483708"/>
            <pc:sldLayoutMk cId="3162033957" sldId="2147483710"/>
          </pc:sldLayoutMkLst>
        </pc:sldLayoutChg>
        <pc:sldLayoutChg chg="del">
          <pc:chgData name="Nick Touati" userId="3dd9facd-56ab-4a95-b325-5e059eef8009" providerId="ADAL" clId="{20A87B54-A32F-428B-A6FF-4759159E1A3F}" dt="2025-11-07T10:10:21.048" v="13" actId="2696"/>
          <pc:sldLayoutMkLst>
            <pc:docMk/>
            <pc:sldMasterMk cId="3741421661" sldId="2147483708"/>
            <pc:sldLayoutMk cId="3500724262" sldId="2147483711"/>
          </pc:sldLayoutMkLst>
        </pc:sldLayoutChg>
        <pc:sldLayoutChg chg="del">
          <pc:chgData name="Nick Touati" userId="3dd9facd-56ab-4a95-b325-5e059eef8009" providerId="ADAL" clId="{20A87B54-A32F-428B-A6FF-4759159E1A3F}" dt="2025-11-07T10:10:21.048" v="13" actId="2696"/>
          <pc:sldLayoutMkLst>
            <pc:docMk/>
            <pc:sldMasterMk cId="3741421661" sldId="2147483708"/>
            <pc:sldLayoutMk cId="1070031753" sldId="2147483712"/>
          </pc:sldLayoutMkLst>
        </pc:sldLayoutChg>
        <pc:sldLayoutChg chg="del">
          <pc:chgData name="Nick Touati" userId="3dd9facd-56ab-4a95-b325-5e059eef8009" providerId="ADAL" clId="{20A87B54-A32F-428B-A6FF-4759159E1A3F}" dt="2025-11-07T10:10:21.048" v="13" actId="2696"/>
          <pc:sldLayoutMkLst>
            <pc:docMk/>
            <pc:sldMasterMk cId="3741421661" sldId="2147483708"/>
            <pc:sldLayoutMk cId="2661289184" sldId="2147483713"/>
          </pc:sldLayoutMkLst>
        </pc:sldLayoutChg>
        <pc:sldLayoutChg chg="del">
          <pc:chgData name="Nick Touati" userId="3dd9facd-56ab-4a95-b325-5e059eef8009" providerId="ADAL" clId="{20A87B54-A32F-428B-A6FF-4759159E1A3F}" dt="2025-11-07T10:10:21.048" v="13" actId="2696"/>
          <pc:sldLayoutMkLst>
            <pc:docMk/>
            <pc:sldMasterMk cId="3741421661" sldId="2147483708"/>
            <pc:sldLayoutMk cId="11459558" sldId="2147483714"/>
          </pc:sldLayoutMkLst>
        </pc:sldLayoutChg>
        <pc:sldLayoutChg chg="del">
          <pc:chgData name="Nick Touati" userId="3dd9facd-56ab-4a95-b325-5e059eef8009" providerId="ADAL" clId="{20A87B54-A32F-428B-A6FF-4759159E1A3F}" dt="2025-11-07T10:10:21.048" v="13" actId="2696"/>
          <pc:sldLayoutMkLst>
            <pc:docMk/>
            <pc:sldMasterMk cId="3741421661" sldId="2147483708"/>
            <pc:sldLayoutMk cId="3078822382" sldId="2147483715"/>
          </pc:sldLayoutMkLst>
        </pc:sldLayoutChg>
        <pc:sldLayoutChg chg="del">
          <pc:chgData name="Nick Touati" userId="3dd9facd-56ab-4a95-b325-5e059eef8009" providerId="ADAL" clId="{20A87B54-A32F-428B-A6FF-4759159E1A3F}" dt="2025-11-07T10:10:21.048" v="13" actId="2696"/>
          <pc:sldLayoutMkLst>
            <pc:docMk/>
            <pc:sldMasterMk cId="3741421661" sldId="2147483708"/>
            <pc:sldLayoutMk cId="4140908881" sldId="2147483716"/>
          </pc:sldLayoutMkLst>
        </pc:sldLayoutChg>
        <pc:sldLayoutChg chg="del">
          <pc:chgData name="Nick Touati" userId="3dd9facd-56ab-4a95-b325-5e059eef8009" providerId="ADAL" clId="{20A87B54-A32F-428B-A6FF-4759159E1A3F}" dt="2025-11-07T10:10:21.048" v="13" actId="2696"/>
          <pc:sldLayoutMkLst>
            <pc:docMk/>
            <pc:sldMasterMk cId="3741421661" sldId="2147483708"/>
            <pc:sldLayoutMk cId="564608738" sldId="2147483717"/>
          </pc:sldLayoutMkLst>
        </pc:sldLayoutChg>
        <pc:sldLayoutChg chg="del">
          <pc:chgData name="Nick Touati" userId="3dd9facd-56ab-4a95-b325-5e059eef8009" providerId="ADAL" clId="{20A87B54-A32F-428B-A6FF-4759159E1A3F}" dt="2025-11-07T10:10:21.048" v="13" actId="2696"/>
          <pc:sldLayoutMkLst>
            <pc:docMk/>
            <pc:sldMasterMk cId="3741421661" sldId="2147483708"/>
            <pc:sldLayoutMk cId="2368745547" sldId="2147483718"/>
          </pc:sldLayoutMkLst>
        </pc:sldLayoutChg>
        <pc:sldLayoutChg chg="del">
          <pc:chgData name="Nick Touati" userId="3dd9facd-56ab-4a95-b325-5e059eef8009" providerId="ADAL" clId="{20A87B54-A32F-428B-A6FF-4759159E1A3F}" dt="2025-11-07T10:10:21.048" v="13" actId="2696"/>
          <pc:sldLayoutMkLst>
            <pc:docMk/>
            <pc:sldMasterMk cId="3741421661" sldId="2147483708"/>
            <pc:sldLayoutMk cId="3896714173" sldId="2147483719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1.png"/><Relationship Id="rId7" Type="http://schemas.openxmlformats.org/officeDocument/2006/relationships/image" Target="../media/image13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6.svg"/><Relationship Id="rId4" Type="http://schemas.openxmlformats.org/officeDocument/2006/relationships/image" Target="../media/image22.svg"/><Relationship Id="rId9" Type="http://schemas.openxmlformats.org/officeDocument/2006/relationships/image" Target="../media/image25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1.png"/><Relationship Id="rId7" Type="http://schemas.openxmlformats.org/officeDocument/2006/relationships/image" Target="../media/image13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6.svg"/><Relationship Id="rId4" Type="http://schemas.openxmlformats.org/officeDocument/2006/relationships/image" Target="../media/image22.svg"/><Relationship Id="rId9" Type="http://schemas.openxmlformats.org/officeDocument/2006/relationships/image" Target="../media/image25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C619BD-C756-435A-971E-63D551EEBED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B1861C-BBD6-4324-B2BB-792A909915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Chronological CV</a:t>
          </a:r>
        </a:p>
      </dgm:t>
    </dgm:pt>
    <dgm:pt modelId="{3CFEE5C5-EB72-4BB8-A77F-513E13CF9850}" type="parTrans" cxnId="{2DFFEC34-C077-47FC-A189-1E3C52D04347}">
      <dgm:prSet/>
      <dgm:spPr/>
      <dgm:t>
        <a:bodyPr/>
        <a:lstStyle/>
        <a:p>
          <a:endParaRPr lang="en-US"/>
        </a:p>
      </dgm:t>
    </dgm:pt>
    <dgm:pt modelId="{2DA2ECE4-31C9-45F6-8FA5-7D1A23F7958F}" type="sibTrans" cxnId="{2DFFEC34-C077-47FC-A189-1E3C52D0434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84F30B8-B42F-4D2C-B66E-D363F87C91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Skills-based CV</a:t>
          </a:r>
        </a:p>
      </dgm:t>
    </dgm:pt>
    <dgm:pt modelId="{3DEBF546-993E-4B58-A656-F52EF01CB0ED}" type="parTrans" cxnId="{D80C9010-9695-47CE-A4CF-3DB8F8E42C2E}">
      <dgm:prSet/>
      <dgm:spPr/>
      <dgm:t>
        <a:bodyPr/>
        <a:lstStyle/>
        <a:p>
          <a:endParaRPr lang="en-US"/>
        </a:p>
      </dgm:t>
    </dgm:pt>
    <dgm:pt modelId="{0A460281-4FB8-4A13-B8C7-FD021E7CF552}" type="sibTrans" cxnId="{D80C9010-9695-47CE-A4CF-3DB8F8E42C2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E051E23-B6A6-4BF5-ABC9-C839031C1A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Academic</a:t>
          </a:r>
        </a:p>
      </dgm:t>
    </dgm:pt>
    <dgm:pt modelId="{DC097542-AF54-4B91-9510-CEA0BAB8387F}" type="parTrans" cxnId="{B248B2D7-8645-4B40-88D3-C8B04B7D8345}">
      <dgm:prSet/>
      <dgm:spPr/>
      <dgm:t>
        <a:bodyPr/>
        <a:lstStyle/>
        <a:p>
          <a:endParaRPr lang="en-US"/>
        </a:p>
      </dgm:t>
    </dgm:pt>
    <dgm:pt modelId="{595143F8-8781-4E64-A837-A9CB3C9BB7F0}" type="sibTrans" cxnId="{B248B2D7-8645-4B40-88D3-C8B04B7D834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1B02F0D-D27A-478D-9473-786D97F6E7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Creative</a:t>
          </a:r>
        </a:p>
      </dgm:t>
    </dgm:pt>
    <dgm:pt modelId="{809E4409-106E-49CB-AAC0-248E4830A257}" type="parTrans" cxnId="{A1B2730B-C52E-4AB1-AEB8-5616AFCE0C18}">
      <dgm:prSet/>
      <dgm:spPr/>
      <dgm:t>
        <a:bodyPr/>
        <a:lstStyle/>
        <a:p>
          <a:endParaRPr lang="en-US"/>
        </a:p>
      </dgm:t>
    </dgm:pt>
    <dgm:pt modelId="{E3810348-6F27-45BE-988B-0C151B18C412}" type="sibTrans" cxnId="{A1B2730B-C52E-4AB1-AEB8-5616AFCE0C18}">
      <dgm:prSet/>
      <dgm:spPr/>
      <dgm:t>
        <a:bodyPr/>
        <a:lstStyle/>
        <a:p>
          <a:endParaRPr lang="en-US"/>
        </a:p>
      </dgm:t>
    </dgm:pt>
    <dgm:pt modelId="{46076196-E580-413E-B5C9-F8CBEA26519D}" type="pres">
      <dgm:prSet presAssocID="{36C619BD-C756-435A-971E-63D551EEBEDC}" presName="root" presStyleCnt="0">
        <dgm:presLayoutVars>
          <dgm:dir/>
          <dgm:resizeHandles val="exact"/>
        </dgm:presLayoutVars>
      </dgm:prSet>
      <dgm:spPr/>
    </dgm:pt>
    <dgm:pt modelId="{19473F87-B765-4608-882B-B1CCC32E3F4F}" type="pres">
      <dgm:prSet presAssocID="{36C619BD-C756-435A-971E-63D551EEBEDC}" presName="container" presStyleCnt="0">
        <dgm:presLayoutVars>
          <dgm:dir/>
          <dgm:resizeHandles val="exact"/>
        </dgm:presLayoutVars>
      </dgm:prSet>
      <dgm:spPr/>
    </dgm:pt>
    <dgm:pt modelId="{8BA41617-FF9A-4B95-AA31-00E5B27CFAD6}" type="pres">
      <dgm:prSet presAssocID="{E1B1861C-BBD6-4324-B2BB-792A90991545}" presName="compNode" presStyleCnt="0"/>
      <dgm:spPr/>
    </dgm:pt>
    <dgm:pt modelId="{8ECAE0A8-1D6D-4752-A24D-7D08397F6575}" type="pres">
      <dgm:prSet presAssocID="{E1B1861C-BBD6-4324-B2BB-792A90991545}" presName="iconBgRect" presStyleLbl="bgShp" presStyleIdx="0" presStyleCnt="4"/>
      <dgm:spPr/>
    </dgm:pt>
    <dgm:pt modelId="{C1DD8CCC-F9B3-494F-9036-872601A97EA3}" type="pres">
      <dgm:prSet presAssocID="{E1B1861C-BBD6-4324-B2BB-792A9099154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34220B1-0360-4E42-B928-F0E16B521964}" type="pres">
      <dgm:prSet presAssocID="{E1B1861C-BBD6-4324-B2BB-792A90991545}" presName="spaceRect" presStyleCnt="0"/>
      <dgm:spPr/>
    </dgm:pt>
    <dgm:pt modelId="{7E53F625-2A7F-4A3F-B552-468FE4E7A171}" type="pres">
      <dgm:prSet presAssocID="{E1B1861C-BBD6-4324-B2BB-792A90991545}" presName="textRect" presStyleLbl="revTx" presStyleIdx="0" presStyleCnt="4">
        <dgm:presLayoutVars>
          <dgm:chMax val="1"/>
          <dgm:chPref val="1"/>
        </dgm:presLayoutVars>
      </dgm:prSet>
      <dgm:spPr/>
    </dgm:pt>
    <dgm:pt modelId="{D895C638-0429-4E9A-9CA2-E0F651EDDD01}" type="pres">
      <dgm:prSet presAssocID="{2DA2ECE4-31C9-45F6-8FA5-7D1A23F7958F}" presName="sibTrans" presStyleLbl="sibTrans2D1" presStyleIdx="0" presStyleCnt="0"/>
      <dgm:spPr/>
    </dgm:pt>
    <dgm:pt modelId="{E6A3471F-E0E6-4128-BDA1-0FED906606C3}" type="pres">
      <dgm:prSet presAssocID="{384F30B8-B42F-4D2C-B66E-D363F87C910D}" presName="compNode" presStyleCnt="0"/>
      <dgm:spPr/>
    </dgm:pt>
    <dgm:pt modelId="{ADB4D857-2A05-412E-89D1-D901319F34AC}" type="pres">
      <dgm:prSet presAssocID="{384F30B8-B42F-4D2C-B66E-D363F87C910D}" presName="iconBgRect" presStyleLbl="bgShp" presStyleIdx="1" presStyleCnt="4"/>
      <dgm:spPr/>
    </dgm:pt>
    <dgm:pt modelId="{B0E1CA46-FE78-4355-BACD-BF87CCE99796}" type="pres">
      <dgm:prSet presAssocID="{384F30B8-B42F-4D2C-B66E-D363F87C910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14D1C85A-0758-48A8-91DA-E5B8D4C1FCC1}" type="pres">
      <dgm:prSet presAssocID="{384F30B8-B42F-4D2C-B66E-D363F87C910D}" presName="spaceRect" presStyleCnt="0"/>
      <dgm:spPr/>
    </dgm:pt>
    <dgm:pt modelId="{814D452C-E89A-4039-B1E0-BD02C82F8E14}" type="pres">
      <dgm:prSet presAssocID="{384F30B8-B42F-4D2C-B66E-D363F87C910D}" presName="textRect" presStyleLbl="revTx" presStyleIdx="1" presStyleCnt="4">
        <dgm:presLayoutVars>
          <dgm:chMax val="1"/>
          <dgm:chPref val="1"/>
        </dgm:presLayoutVars>
      </dgm:prSet>
      <dgm:spPr/>
    </dgm:pt>
    <dgm:pt modelId="{0E2F4029-A434-47F5-8A88-1C546C95C4E8}" type="pres">
      <dgm:prSet presAssocID="{0A460281-4FB8-4A13-B8C7-FD021E7CF552}" presName="sibTrans" presStyleLbl="sibTrans2D1" presStyleIdx="0" presStyleCnt="0"/>
      <dgm:spPr/>
    </dgm:pt>
    <dgm:pt modelId="{B1828B00-FFB2-4A71-A025-946BC18ED975}" type="pres">
      <dgm:prSet presAssocID="{CE051E23-B6A6-4BF5-ABC9-C839031C1AEA}" presName="compNode" presStyleCnt="0"/>
      <dgm:spPr/>
    </dgm:pt>
    <dgm:pt modelId="{809B5061-8A1C-4AAD-9D9D-0085D7246C56}" type="pres">
      <dgm:prSet presAssocID="{CE051E23-B6A6-4BF5-ABC9-C839031C1AEA}" presName="iconBgRect" presStyleLbl="bgShp" presStyleIdx="2" presStyleCnt="4"/>
      <dgm:spPr/>
    </dgm:pt>
    <dgm:pt modelId="{343CCECC-F0C4-4FF8-977D-F38E94652351}" type="pres">
      <dgm:prSet presAssocID="{CE051E23-B6A6-4BF5-ABC9-C839031C1AE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B9E01D5F-A270-4977-BC24-459795CD8790}" type="pres">
      <dgm:prSet presAssocID="{CE051E23-B6A6-4BF5-ABC9-C839031C1AEA}" presName="spaceRect" presStyleCnt="0"/>
      <dgm:spPr/>
    </dgm:pt>
    <dgm:pt modelId="{740FE113-AAE6-419C-87E9-08146F430903}" type="pres">
      <dgm:prSet presAssocID="{CE051E23-B6A6-4BF5-ABC9-C839031C1AEA}" presName="textRect" presStyleLbl="revTx" presStyleIdx="2" presStyleCnt="4">
        <dgm:presLayoutVars>
          <dgm:chMax val="1"/>
          <dgm:chPref val="1"/>
        </dgm:presLayoutVars>
      </dgm:prSet>
      <dgm:spPr/>
    </dgm:pt>
    <dgm:pt modelId="{7344B57E-2912-4535-AB43-B48A889E56CD}" type="pres">
      <dgm:prSet presAssocID="{595143F8-8781-4E64-A837-A9CB3C9BB7F0}" presName="sibTrans" presStyleLbl="sibTrans2D1" presStyleIdx="0" presStyleCnt="0"/>
      <dgm:spPr/>
    </dgm:pt>
    <dgm:pt modelId="{ABE49FCD-22B7-450C-A046-4AD354898B83}" type="pres">
      <dgm:prSet presAssocID="{A1B02F0D-D27A-478D-9473-786D97F6E700}" presName="compNode" presStyleCnt="0"/>
      <dgm:spPr/>
    </dgm:pt>
    <dgm:pt modelId="{2B95B64C-3EA4-49F6-9750-74720B1C4B9F}" type="pres">
      <dgm:prSet presAssocID="{A1B02F0D-D27A-478D-9473-786D97F6E700}" presName="iconBgRect" presStyleLbl="bgShp" presStyleIdx="3" presStyleCnt="4"/>
      <dgm:spPr/>
    </dgm:pt>
    <dgm:pt modelId="{7D75E57C-2555-4439-8116-3FA6B6E955F6}" type="pres">
      <dgm:prSet presAssocID="{A1B02F0D-D27A-478D-9473-786D97F6E70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0FB3998A-EBD2-4CC5-9E38-3C95C7A96872}" type="pres">
      <dgm:prSet presAssocID="{A1B02F0D-D27A-478D-9473-786D97F6E700}" presName="spaceRect" presStyleCnt="0"/>
      <dgm:spPr/>
    </dgm:pt>
    <dgm:pt modelId="{2C8B77EE-592D-495A-8D14-EAE051417291}" type="pres">
      <dgm:prSet presAssocID="{A1B02F0D-D27A-478D-9473-786D97F6E70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1B2730B-C52E-4AB1-AEB8-5616AFCE0C18}" srcId="{36C619BD-C756-435A-971E-63D551EEBEDC}" destId="{A1B02F0D-D27A-478D-9473-786D97F6E700}" srcOrd="3" destOrd="0" parTransId="{809E4409-106E-49CB-AAC0-248E4830A257}" sibTransId="{E3810348-6F27-45BE-988B-0C151B18C412}"/>
    <dgm:cxn modelId="{D80C9010-9695-47CE-A4CF-3DB8F8E42C2E}" srcId="{36C619BD-C756-435A-971E-63D551EEBEDC}" destId="{384F30B8-B42F-4D2C-B66E-D363F87C910D}" srcOrd="1" destOrd="0" parTransId="{3DEBF546-993E-4B58-A656-F52EF01CB0ED}" sibTransId="{0A460281-4FB8-4A13-B8C7-FD021E7CF552}"/>
    <dgm:cxn modelId="{F4DA5629-C198-47B4-AD91-3394DB6838BA}" type="presOf" srcId="{CE051E23-B6A6-4BF5-ABC9-C839031C1AEA}" destId="{740FE113-AAE6-419C-87E9-08146F430903}" srcOrd="0" destOrd="0" presId="urn:microsoft.com/office/officeart/2018/2/layout/IconCircleList"/>
    <dgm:cxn modelId="{2DFFEC34-C077-47FC-A189-1E3C52D04347}" srcId="{36C619BD-C756-435A-971E-63D551EEBEDC}" destId="{E1B1861C-BBD6-4324-B2BB-792A90991545}" srcOrd="0" destOrd="0" parTransId="{3CFEE5C5-EB72-4BB8-A77F-513E13CF9850}" sibTransId="{2DA2ECE4-31C9-45F6-8FA5-7D1A23F7958F}"/>
    <dgm:cxn modelId="{73FE2566-9CB8-47CC-957E-E3A475D55835}" type="presOf" srcId="{0A460281-4FB8-4A13-B8C7-FD021E7CF552}" destId="{0E2F4029-A434-47F5-8A88-1C546C95C4E8}" srcOrd="0" destOrd="0" presId="urn:microsoft.com/office/officeart/2018/2/layout/IconCircleList"/>
    <dgm:cxn modelId="{0E74EE55-2532-46D2-A500-E1DA2F0C3352}" type="presOf" srcId="{595143F8-8781-4E64-A837-A9CB3C9BB7F0}" destId="{7344B57E-2912-4535-AB43-B48A889E56CD}" srcOrd="0" destOrd="0" presId="urn:microsoft.com/office/officeart/2018/2/layout/IconCircleList"/>
    <dgm:cxn modelId="{90A21C5A-DCD9-44B8-B1F7-FED789A72066}" type="presOf" srcId="{E1B1861C-BBD6-4324-B2BB-792A90991545}" destId="{7E53F625-2A7F-4A3F-B552-468FE4E7A171}" srcOrd="0" destOrd="0" presId="urn:microsoft.com/office/officeart/2018/2/layout/IconCircleList"/>
    <dgm:cxn modelId="{96A85698-A721-4EB5-90D3-9F83E8BA09B4}" type="presOf" srcId="{2DA2ECE4-31C9-45F6-8FA5-7D1A23F7958F}" destId="{D895C638-0429-4E9A-9CA2-E0F651EDDD01}" srcOrd="0" destOrd="0" presId="urn:microsoft.com/office/officeart/2018/2/layout/IconCircleList"/>
    <dgm:cxn modelId="{8BED2AA0-34D4-4A49-B8CA-ECDA8D4D9ECB}" type="presOf" srcId="{A1B02F0D-D27A-478D-9473-786D97F6E700}" destId="{2C8B77EE-592D-495A-8D14-EAE051417291}" srcOrd="0" destOrd="0" presId="urn:microsoft.com/office/officeart/2018/2/layout/IconCircleList"/>
    <dgm:cxn modelId="{A2906FA7-D343-429F-825C-E51915E25874}" type="presOf" srcId="{384F30B8-B42F-4D2C-B66E-D363F87C910D}" destId="{814D452C-E89A-4039-B1E0-BD02C82F8E14}" srcOrd="0" destOrd="0" presId="urn:microsoft.com/office/officeart/2018/2/layout/IconCircleList"/>
    <dgm:cxn modelId="{B248B2D7-8645-4B40-88D3-C8B04B7D8345}" srcId="{36C619BD-C756-435A-971E-63D551EEBEDC}" destId="{CE051E23-B6A6-4BF5-ABC9-C839031C1AEA}" srcOrd="2" destOrd="0" parTransId="{DC097542-AF54-4B91-9510-CEA0BAB8387F}" sibTransId="{595143F8-8781-4E64-A837-A9CB3C9BB7F0}"/>
    <dgm:cxn modelId="{37D0A1E2-AD7C-439E-A63E-D2D858DFA791}" type="presOf" srcId="{36C619BD-C756-435A-971E-63D551EEBEDC}" destId="{46076196-E580-413E-B5C9-F8CBEA26519D}" srcOrd="0" destOrd="0" presId="urn:microsoft.com/office/officeart/2018/2/layout/IconCircleList"/>
    <dgm:cxn modelId="{3D2E15B8-3426-47BA-930D-2872E737976C}" type="presParOf" srcId="{46076196-E580-413E-B5C9-F8CBEA26519D}" destId="{19473F87-B765-4608-882B-B1CCC32E3F4F}" srcOrd="0" destOrd="0" presId="urn:microsoft.com/office/officeart/2018/2/layout/IconCircleList"/>
    <dgm:cxn modelId="{0622FAA8-9545-4BD3-A7AE-213A1B03261A}" type="presParOf" srcId="{19473F87-B765-4608-882B-B1CCC32E3F4F}" destId="{8BA41617-FF9A-4B95-AA31-00E5B27CFAD6}" srcOrd="0" destOrd="0" presId="urn:microsoft.com/office/officeart/2018/2/layout/IconCircleList"/>
    <dgm:cxn modelId="{683DF06E-A975-4DAF-B6B5-83CB6B4928E7}" type="presParOf" srcId="{8BA41617-FF9A-4B95-AA31-00E5B27CFAD6}" destId="{8ECAE0A8-1D6D-4752-A24D-7D08397F6575}" srcOrd="0" destOrd="0" presId="urn:microsoft.com/office/officeart/2018/2/layout/IconCircleList"/>
    <dgm:cxn modelId="{CDA0F139-29E2-493F-ABD8-AE9EA1A95B1A}" type="presParOf" srcId="{8BA41617-FF9A-4B95-AA31-00E5B27CFAD6}" destId="{C1DD8CCC-F9B3-494F-9036-872601A97EA3}" srcOrd="1" destOrd="0" presId="urn:microsoft.com/office/officeart/2018/2/layout/IconCircleList"/>
    <dgm:cxn modelId="{E19B6ACB-B005-49FF-9B34-EE3385DEBADA}" type="presParOf" srcId="{8BA41617-FF9A-4B95-AA31-00E5B27CFAD6}" destId="{334220B1-0360-4E42-B928-F0E16B521964}" srcOrd="2" destOrd="0" presId="urn:microsoft.com/office/officeart/2018/2/layout/IconCircleList"/>
    <dgm:cxn modelId="{B8388158-1B57-4C3F-A540-D67CDD16687E}" type="presParOf" srcId="{8BA41617-FF9A-4B95-AA31-00E5B27CFAD6}" destId="{7E53F625-2A7F-4A3F-B552-468FE4E7A171}" srcOrd="3" destOrd="0" presId="urn:microsoft.com/office/officeart/2018/2/layout/IconCircleList"/>
    <dgm:cxn modelId="{A5783EC8-DC53-4368-90A9-704CC78A02C8}" type="presParOf" srcId="{19473F87-B765-4608-882B-B1CCC32E3F4F}" destId="{D895C638-0429-4E9A-9CA2-E0F651EDDD01}" srcOrd="1" destOrd="0" presId="urn:microsoft.com/office/officeart/2018/2/layout/IconCircleList"/>
    <dgm:cxn modelId="{CDE0818D-45C8-4180-B6A5-C15D81441AE0}" type="presParOf" srcId="{19473F87-B765-4608-882B-B1CCC32E3F4F}" destId="{E6A3471F-E0E6-4128-BDA1-0FED906606C3}" srcOrd="2" destOrd="0" presId="urn:microsoft.com/office/officeart/2018/2/layout/IconCircleList"/>
    <dgm:cxn modelId="{5D211084-F031-4D4C-ADA2-D6A3C830A2F5}" type="presParOf" srcId="{E6A3471F-E0E6-4128-BDA1-0FED906606C3}" destId="{ADB4D857-2A05-412E-89D1-D901319F34AC}" srcOrd="0" destOrd="0" presId="urn:microsoft.com/office/officeart/2018/2/layout/IconCircleList"/>
    <dgm:cxn modelId="{FB2AFF81-6BFD-4F18-AEBE-334175636B18}" type="presParOf" srcId="{E6A3471F-E0E6-4128-BDA1-0FED906606C3}" destId="{B0E1CA46-FE78-4355-BACD-BF87CCE99796}" srcOrd="1" destOrd="0" presId="urn:microsoft.com/office/officeart/2018/2/layout/IconCircleList"/>
    <dgm:cxn modelId="{65523B62-06AB-4249-898C-8B5C51397C0A}" type="presParOf" srcId="{E6A3471F-E0E6-4128-BDA1-0FED906606C3}" destId="{14D1C85A-0758-48A8-91DA-E5B8D4C1FCC1}" srcOrd="2" destOrd="0" presId="urn:microsoft.com/office/officeart/2018/2/layout/IconCircleList"/>
    <dgm:cxn modelId="{CEC53B73-1680-48B3-ACA5-EB10934588B6}" type="presParOf" srcId="{E6A3471F-E0E6-4128-BDA1-0FED906606C3}" destId="{814D452C-E89A-4039-B1E0-BD02C82F8E14}" srcOrd="3" destOrd="0" presId="urn:microsoft.com/office/officeart/2018/2/layout/IconCircleList"/>
    <dgm:cxn modelId="{2C7F5DF5-0427-4D72-9F8D-542DDFE5FA14}" type="presParOf" srcId="{19473F87-B765-4608-882B-B1CCC32E3F4F}" destId="{0E2F4029-A434-47F5-8A88-1C546C95C4E8}" srcOrd="3" destOrd="0" presId="urn:microsoft.com/office/officeart/2018/2/layout/IconCircleList"/>
    <dgm:cxn modelId="{ACEA1B69-533B-4E97-9680-0BA65D6593EF}" type="presParOf" srcId="{19473F87-B765-4608-882B-B1CCC32E3F4F}" destId="{B1828B00-FFB2-4A71-A025-946BC18ED975}" srcOrd="4" destOrd="0" presId="urn:microsoft.com/office/officeart/2018/2/layout/IconCircleList"/>
    <dgm:cxn modelId="{9595EB2B-5B19-4CC0-A364-72FC8E720726}" type="presParOf" srcId="{B1828B00-FFB2-4A71-A025-946BC18ED975}" destId="{809B5061-8A1C-4AAD-9D9D-0085D7246C56}" srcOrd="0" destOrd="0" presId="urn:microsoft.com/office/officeart/2018/2/layout/IconCircleList"/>
    <dgm:cxn modelId="{F124708E-060E-48B0-BAB8-02F5D7019D5A}" type="presParOf" srcId="{B1828B00-FFB2-4A71-A025-946BC18ED975}" destId="{343CCECC-F0C4-4FF8-977D-F38E94652351}" srcOrd="1" destOrd="0" presId="urn:microsoft.com/office/officeart/2018/2/layout/IconCircleList"/>
    <dgm:cxn modelId="{00F81597-E856-406B-B552-FF3A0D4F35A0}" type="presParOf" srcId="{B1828B00-FFB2-4A71-A025-946BC18ED975}" destId="{B9E01D5F-A270-4977-BC24-459795CD8790}" srcOrd="2" destOrd="0" presId="urn:microsoft.com/office/officeart/2018/2/layout/IconCircleList"/>
    <dgm:cxn modelId="{668D2892-AAE4-4F20-B297-E7E01751D9CC}" type="presParOf" srcId="{B1828B00-FFB2-4A71-A025-946BC18ED975}" destId="{740FE113-AAE6-419C-87E9-08146F430903}" srcOrd="3" destOrd="0" presId="urn:microsoft.com/office/officeart/2018/2/layout/IconCircleList"/>
    <dgm:cxn modelId="{5819E947-EA4A-4878-861F-EE7834691F55}" type="presParOf" srcId="{19473F87-B765-4608-882B-B1CCC32E3F4F}" destId="{7344B57E-2912-4535-AB43-B48A889E56CD}" srcOrd="5" destOrd="0" presId="urn:microsoft.com/office/officeart/2018/2/layout/IconCircleList"/>
    <dgm:cxn modelId="{E40B41A1-1AAD-428E-8699-8E042A612121}" type="presParOf" srcId="{19473F87-B765-4608-882B-B1CCC32E3F4F}" destId="{ABE49FCD-22B7-450C-A046-4AD354898B83}" srcOrd="6" destOrd="0" presId="urn:microsoft.com/office/officeart/2018/2/layout/IconCircleList"/>
    <dgm:cxn modelId="{21FBAB2C-4347-4A59-A69A-FC70D26F2D24}" type="presParOf" srcId="{ABE49FCD-22B7-450C-A046-4AD354898B83}" destId="{2B95B64C-3EA4-49F6-9750-74720B1C4B9F}" srcOrd="0" destOrd="0" presId="urn:microsoft.com/office/officeart/2018/2/layout/IconCircleList"/>
    <dgm:cxn modelId="{54815BF9-EFA4-4611-9DFD-8F245F7E2066}" type="presParOf" srcId="{ABE49FCD-22B7-450C-A046-4AD354898B83}" destId="{7D75E57C-2555-4439-8116-3FA6B6E955F6}" srcOrd="1" destOrd="0" presId="urn:microsoft.com/office/officeart/2018/2/layout/IconCircleList"/>
    <dgm:cxn modelId="{F08C4541-B335-4939-A7E0-39CFB8F3F119}" type="presParOf" srcId="{ABE49FCD-22B7-450C-A046-4AD354898B83}" destId="{0FB3998A-EBD2-4CC5-9E38-3C95C7A96872}" srcOrd="2" destOrd="0" presId="urn:microsoft.com/office/officeart/2018/2/layout/IconCircleList"/>
    <dgm:cxn modelId="{9490516B-8A5D-4B5C-BB0C-B31B1A1F2435}" type="presParOf" srcId="{ABE49FCD-22B7-450C-A046-4AD354898B83}" destId="{2C8B77EE-592D-495A-8D14-EAE05141729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D2E690-B6B8-444B-BE0B-21485A94F04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C6DB42A-E0E9-44F8-ACD4-A78E92BDB0FF}">
      <dgm:prSet custT="1"/>
      <dgm:spPr/>
      <dgm:t>
        <a:bodyPr/>
        <a:lstStyle/>
        <a:p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Clearly evidence your suitability for the role</a:t>
          </a:r>
        </a:p>
      </dgm:t>
    </dgm:pt>
    <dgm:pt modelId="{3B395325-0B0F-4292-B3B8-61E2E93B3B89}" type="parTrans" cxnId="{1E925BE8-3463-493B-93F7-DE06B94FE15F}">
      <dgm:prSet/>
      <dgm:spPr/>
      <dgm:t>
        <a:bodyPr/>
        <a:lstStyle/>
        <a:p>
          <a:endParaRPr lang="en-US"/>
        </a:p>
      </dgm:t>
    </dgm:pt>
    <dgm:pt modelId="{EA8EF2CA-98CE-4D2A-A5C0-14130CE0A10C}" type="sibTrans" cxnId="{1E925BE8-3463-493B-93F7-DE06B94FE15F}">
      <dgm:prSet/>
      <dgm:spPr/>
      <dgm:t>
        <a:bodyPr/>
        <a:lstStyle/>
        <a:p>
          <a:endParaRPr lang="en-US"/>
        </a:p>
      </dgm:t>
    </dgm:pt>
    <dgm:pt modelId="{C3C09E8E-B437-4753-8C19-FBBBFE83E8D2}">
      <dgm:prSet custT="1"/>
      <dgm:spPr/>
      <dgm:t>
        <a:bodyPr/>
        <a:lstStyle/>
        <a:p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Demonstrate </a:t>
          </a:r>
          <a:r>
            <a:rPr lang="en-US" sz="2400" u="sng" dirty="0">
              <a:latin typeface="Arial" panose="020B0604020202020204" pitchFamily="34" charset="0"/>
              <a:cs typeface="Arial" panose="020B0604020202020204" pitchFamily="34" charset="0"/>
            </a:rPr>
            <a:t>how 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and </a:t>
          </a:r>
          <a:r>
            <a:rPr lang="en-US" sz="2400" u="sng" dirty="0">
              <a:latin typeface="Arial" panose="020B0604020202020204" pitchFamily="34" charset="0"/>
              <a:cs typeface="Arial" panose="020B0604020202020204" pitchFamily="34" charset="0"/>
            </a:rPr>
            <a:t>where</a:t>
          </a:r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 you developed transferable skills</a:t>
          </a:r>
        </a:p>
      </dgm:t>
    </dgm:pt>
    <dgm:pt modelId="{77A9DC7D-FEE0-4272-BBA8-CEEF3C2E9D2F}" type="parTrans" cxnId="{8610731F-62BC-4CCC-B4C8-6705E355E934}">
      <dgm:prSet/>
      <dgm:spPr/>
      <dgm:t>
        <a:bodyPr/>
        <a:lstStyle/>
        <a:p>
          <a:endParaRPr lang="en-US"/>
        </a:p>
      </dgm:t>
    </dgm:pt>
    <dgm:pt modelId="{4F33F502-DE1F-4661-9D8A-AC761B581E64}" type="sibTrans" cxnId="{8610731F-62BC-4CCC-B4C8-6705E355E934}">
      <dgm:prSet/>
      <dgm:spPr/>
      <dgm:t>
        <a:bodyPr/>
        <a:lstStyle/>
        <a:p>
          <a:endParaRPr lang="en-US"/>
        </a:p>
      </dgm:t>
    </dgm:pt>
    <dgm:pt modelId="{9855A9DA-F26D-4907-979E-B394BCFA9D7B}">
      <dgm:prSet custT="1"/>
      <dgm:spPr/>
      <dgm:t>
        <a:bodyPr/>
        <a:lstStyle/>
        <a:p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Tailor your CV to the role and </a:t>
          </a:r>
          <a:r>
            <a:rPr lang="en-US" sz="2400" dirty="0" err="1">
              <a:latin typeface="Arial" panose="020B0604020202020204" pitchFamily="34" charset="0"/>
              <a:cs typeface="Arial" panose="020B0604020202020204" pitchFamily="34" charset="0"/>
            </a:rPr>
            <a:t>organisation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09BF33-A579-4332-BD67-5E5E575C189B}" type="parTrans" cxnId="{B94EEF97-5447-4898-B262-3C72E1DC7A69}">
      <dgm:prSet/>
      <dgm:spPr/>
      <dgm:t>
        <a:bodyPr/>
        <a:lstStyle/>
        <a:p>
          <a:endParaRPr lang="en-US"/>
        </a:p>
      </dgm:t>
    </dgm:pt>
    <dgm:pt modelId="{10B58952-196D-411D-A7F5-072C8767ED83}" type="sibTrans" cxnId="{B94EEF97-5447-4898-B262-3C72E1DC7A69}">
      <dgm:prSet/>
      <dgm:spPr/>
      <dgm:t>
        <a:bodyPr/>
        <a:lstStyle/>
        <a:p>
          <a:endParaRPr lang="en-US"/>
        </a:p>
      </dgm:t>
    </dgm:pt>
    <dgm:pt modelId="{DDD1BB77-446E-453D-83CF-EFBCA89D73A9}">
      <dgm:prSet custT="1"/>
      <dgm:spPr/>
      <dgm:t>
        <a:bodyPr/>
        <a:lstStyle/>
        <a:p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Concise and consistent layout, good spacing and avoid bulky text</a:t>
          </a:r>
        </a:p>
      </dgm:t>
    </dgm:pt>
    <dgm:pt modelId="{81A51B62-945E-4C10-86CE-5B2A6B5D5E5F}" type="parTrans" cxnId="{09AA97F6-4FF5-4B0B-A6AD-43A95C5E1A5F}">
      <dgm:prSet/>
      <dgm:spPr/>
      <dgm:t>
        <a:bodyPr/>
        <a:lstStyle/>
        <a:p>
          <a:endParaRPr lang="en-US"/>
        </a:p>
      </dgm:t>
    </dgm:pt>
    <dgm:pt modelId="{DEB7B4E8-C0BC-4A33-94F9-3536216AECAC}" type="sibTrans" cxnId="{09AA97F6-4FF5-4B0B-A6AD-43A95C5E1A5F}">
      <dgm:prSet/>
      <dgm:spPr/>
      <dgm:t>
        <a:bodyPr/>
        <a:lstStyle/>
        <a:p>
          <a:endParaRPr lang="en-US"/>
        </a:p>
      </dgm:t>
    </dgm:pt>
    <dgm:pt modelId="{168CFF49-36DE-4010-8202-8AB3C33A2C10}">
      <dgm:prSet custT="1"/>
      <dgm:spPr/>
      <dgm:t>
        <a:bodyPr/>
        <a:lstStyle/>
        <a:p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Perfect spelling and grammar </a:t>
          </a:r>
        </a:p>
      </dgm:t>
    </dgm:pt>
    <dgm:pt modelId="{26F0F290-F0BD-4777-B9E3-F84BAAB2FE8A}" type="parTrans" cxnId="{B684170B-A701-4272-9978-47B279F1777F}">
      <dgm:prSet/>
      <dgm:spPr/>
      <dgm:t>
        <a:bodyPr/>
        <a:lstStyle/>
        <a:p>
          <a:endParaRPr lang="en-US"/>
        </a:p>
      </dgm:t>
    </dgm:pt>
    <dgm:pt modelId="{88E2AB86-9105-4260-B864-83849848D0EB}" type="sibTrans" cxnId="{B684170B-A701-4272-9978-47B279F1777F}">
      <dgm:prSet/>
      <dgm:spPr/>
      <dgm:t>
        <a:bodyPr/>
        <a:lstStyle/>
        <a:p>
          <a:endParaRPr lang="en-US"/>
        </a:p>
      </dgm:t>
    </dgm:pt>
    <dgm:pt modelId="{BA4477FC-2387-441E-9E41-40D05E0420D1}">
      <dgm:prSet custT="1"/>
      <dgm:spPr/>
      <dgm:t>
        <a:bodyPr/>
        <a:lstStyle/>
        <a:p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Professional email address </a:t>
          </a:r>
        </a:p>
      </dgm:t>
    </dgm:pt>
    <dgm:pt modelId="{E5C7ED6A-B87A-48F0-BFB0-5B28F6989EC8}" type="parTrans" cxnId="{61C1ADC6-D28E-4791-903D-EFA52422F023}">
      <dgm:prSet/>
      <dgm:spPr/>
      <dgm:t>
        <a:bodyPr/>
        <a:lstStyle/>
        <a:p>
          <a:endParaRPr lang="en-US"/>
        </a:p>
      </dgm:t>
    </dgm:pt>
    <dgm:pt modelId="{2ADEA53C-85C4-4A6B-9D7B-A63C841E4626}" type="sibTrans" cxnId="{61C1ADC6-D28E-4791-903D-EFA52422F023}">
      <dgm:prSet/>
      <dgm:spPr/>
      <dgm:t>
        <a:bodyPr/>
        <a:lstStyle/>
        <a:p>
          <a:endParaRPr lang="en-US"/>
        </a:p>
      </dgm:t>
    </dgm:pt>
    <dgm:pt modelId="{AEDB0F83-9652-4C44-8D8D-8545F0710D95}" type="pres">
      <dgm:prSet presAssocID="{C6D2E690-B6B8-444B-BE0B-21485A94F04B}" presName="diagram" presStyleCnt="0">
        <dgm:presLayoutVars>
          <dgm:dir/>
          <dgm:resizeHandles val="exact"/>
        </dgm:presLayoutVars>
      </dgm:prSet>
      <dgm:spPr/>
    </dgm:pt>
    <dgm:pt modelId="{53953BFF-BEF9-4044-8C59-07B32BCAEE89}" type="pres">
      <dgm:prSet presAssocID="{DC6DB42A-E0E9-44F8-ACD4-A78E92BDB0FF}" presName="node" presStyleLbl="node1" presStyleIdx="0" presStyleCnt="6">
        <dgm:presLayoutVars>
          <dgm:bulletEnabled val="1"/>
        </dgm:presLayoutVars>
      </dgm:prSet>
      <dgm:spPr/>
    </dgm:pt>
    <dgm:pt modelId="{6BEB5331-AEB4-4B1D-8363-B0EDAF1FF05F}" type="pres">
      <dgm:prSet presAssocID="{EA8EF2CA-98CE-4D2A-A5C0-14130CE0A10C}" presName="sibTrans" presStyleCnt="0"/>
      <dgm:spPr/>
    </dgm:pt>
    <dgm:pt modelId="{EF738869-3493-4135-9FB1-F01B4755D7D2}" type="pres">
      <dgm:prSet presAssocID="{C3C09E8E-B437-4753-8C19-FBBBFE83E8D2}" presName="node" presStyleLbl="node1" presStyleIdx="1" presStyleCnt="6">
        <dgm:presLayoutVars>
          <dgm:bulletEnabled val="1"/>
        </dgm:presLayoutVars>
      </dgm:prSet>
      <dgm:spPr/>
    </dgm:pt>
    <dgm:pt modelId="{16ABB149-B9F1-418D-9F03-25A3F2BF1D7F}" type="pres">
      <dgm:prSet presAssocID="{4F33F502-DE1F-4661-9D8A-AC761B581E64}" presName="sibTrans" presStyleCnt="0"/>
      <dgm:spPr/>
    </dgm:pt>
    <dgm:pt modelId="{20E5D9E7-40C9-4C0F-A776-493DFB24600A}" type="pres">
      <dgm:prSet presAssocID="{9855A9DA-F26D-4907-979E-B394BCFA9D7B}" presName="node" presStyleLbl="node1" presStyleIdx="2" presStyleCnt="6">
        <dgm:presLayoutVars>
          <dgm:bulletEnabled val="1"/>
        </dgm:presLayoutVars>
      </dgm:prSet>
      <dgm:spPr/>
    </dgm:pt>
    <dgm:pt modelId="{07116A97-4300-458A-AC3A-D3AE9A28428F}" type="pres">
      <dgm:prSet presAssocID="{10B58952-196D-411D-A7F5-072C8767ED83}" presName="sibTrans" presStyleCnt="0"/>
      <dgm:spPr/>
    </dgm:pt>
    <dgm:pt modelId="{540332A4-2378-4883-8EBF-3FEA3D561F2F}" type="pres">
      <dgm:prSet presAssocID="{DDD1BB77-446E-453D-83CF-EFBCA89D73A9}" presName="node" presStyleLbl="node1" presStyleIdx="3" presStyleCnt="6">
        <dgm:presLayoutVars>
          <dgm:bulletEnabled val="1"/>
        </dgm:presLayoutVars>
      </dgm:prSet>
      <dgm:spPr/>
    </dgm:pt>
    <dgm:pt modelId="{31C607A0-A636-4B94-9443-C60D00D8556F}" type="pres">
      <dgm:prSet presAssocID="{DEB7B4E8-C0BC-4A33-94F9-3536216AECAC}" presName="sibTrans" presStyleCnt="0"/>
      <dgm:spPr/>
    </dgm:pt>
    <dgm:pt modelId="{2DD2085C-5ECA-48AA-BB6E-63ACC6F265CF}" type="pres">
      <dgm:prSet presAssocID="{168CFF49-36DE-4010-8202-8AB3C33A2C10}" presName="node" presStyleLbl="node1" presStyleIdx="4" presStyleCnt="6">
        <dgm:presLayoutVars>
          <dgm:bulletEnabled val="1"/>
        </dgm:presLayoutVars>
      </dgm:prSet>
      <dgm:spPr/>
    </dgm:pt>
    <dgm:pt modelId="{196186AC-55EA-4FB1-A597-05C83E26D0CA}" type="pres">
      <dgm:prSet presAssocID="{88E2AB86-9105-4260-B864-83849848D0EB}" presName="sibTrans" presStyleCnt="0"/>
      <dgm:spPr/>
    </dgm:pt>
    <dgm:pt modelId="{288BBF5B-1639-4214-9855-13D5D51AF223}" type="pres">
      <dgm:prSet presAssocID="{BA4477FC-2387-441E-9E41-40D05E0420D1}" presName="node" presStyleLbl="node1" presStyleIdx="5" presStyleCnt="6">
        <dgm:presLayoutVars>
          <dgm:bulletEnabled val="1"/>
        </dgm:presLayoutVars>
      </dgm:prSet>
      <dgm:spPr/>
    </dgm:pt>
  </dgm:ptLst>
  <dgm:cxnLst>
    <dgm:cxn modelId="{B684170B-A701-4272-9978-47B279F1777F}" srcId="{C6D2E690-B6B8-444B-BE0B-21485A94F04B}" destId="{168CFF49-36DE-4010-8202-8AB3C33A2C10}" srcOrd="4" destOrd="0" parTransId="{26F0F290-F0BD-4777-B9E3-F84BAAB2FE8A}" sibTransId="{88E2AB86-9105-4260-B864-83849848D0EB}"/>
    <dgm:cxn modelId="{8610731F-62BC-4CCC-B4C8-6705E355E934}" srcId="{C6D2E690-B6B8-444B-BE0B-21485A94F04B}" destId="{C3C09E8E-B437-4753-8C19-FBBBFE83E8D2}" srcOrd="1" destOrd="0" parTransId="{77A9DC7D-FEE0-4272-BBA8-CEEF3C2E9D2F}" sibTransId="{4F33F502-DE1F-4661-9D8A-AC761B581E64}"/>
    <dgm:cxn modelId="{EE922F2D-6A56-4605-8E99-5873BCE9415F}" type="presOf" srcId="{C6D2E690-B6B8-444B-BE0B-21485A94F04B}" destId="{AEDB0F83-9652-4C44-8D8D-8545F0710D95}" srcOrd="0" destOrd="0" presId="urn:microsoft.com/office/officeart/2005/8/layout/default"/>
    <dgm:cxn modelId="{D8E00750-77F0-4A50-9326-04D987D01CD0}" type="presOf" srcId="{168CFF49-36DE-4010-8202-8AB3C33A2C10}" destId="{2DD2085C-5ECA-48AA-BB6E-63ACC6F265CF}" srcOrd="0" destOrd="0" presId="urn:microsoft.com/office/officeart/2005/8/layout/default"/>
    <dgm:cxn modelId="{F1E22288-1C77-41A2-9EFE-4F97C19B6217}" type="presOf" srcId="{DC6DB42A-E0E9-44F8-ACD4-A78E92BDB0FF}" destId="{53953BFF-BEF9-4044-8C59-07B32BCAEE89}" srcOrd="0" destOrd="0" presId="urn:microsoft.com/office/officeart/2005/8/layout/default"/>
    <dgm:cxn modelId="{33DA4B93-5D21-4A18-8D12-C393F46234EC}" type="presOf" srcId="{DDD1BB77-446E-453D-83CF-EFBCA89D73A9}" destId="{540332A4-2378-4883-8EBF-3FEA3D561F2F}" srcOrd="0" destOrd="0" presId="urn:microsoft.com/office/officeart/2005/8/layout/default"/>
    <dgm:cxn modelId="{B94EEF97-5447-4898-B262-3C72E1DC7A69}" srcId="{C6D2E690-B6B8-444B-BE0B-21485A94F04B}" destId="{9855A9DA-F26D-4907-979E-B394BCFA9D7B}" srcOrd="2" destOrd="0" parTransId="{8109BF33-A579-4332-BD67-5E5E575C189B}" sibTransId="{10B58952-196D-411D-A7F5-072C8767ED83}"/>
    <dgm:cxn modelId="{118C5FA6-EB66-4543-9C4D-EDDB23DD2399}" type="presOf" srcId="{BA4477FC-2387-441E-9E41-40D05E0420D1}" destId="{288BBF5B-1639-4214-9855-13D5D51AF223}" srcOrd="0" destOrd="0" presId="urn:microsoft.com/office/officeart/2005/8/layout/default"/>
    <dgm:cxn modelId="{44F380AF-991F-41F8-9163-F9770A2C07BC}" type="presOf" srcId="{9855A9DA-F26D-4907-979E-B394BCFA9D7B}" destId="{20E5D9E7-40C9-4C0F-A776-493DFB24600A}" srcOrd="0" destOrd="0" presId="urn:microsoft.com/office/officeart/2005/8/layout/default"/>
    <dgm:cxn modelId="{3EE61FC4-D332-44D5-9EE7-B17E52F787BE}" type="presOf" srcId="{C3C09E8E-B437-4753-8C19-FBBBFE83E8D2}" destId="{EF738869-3493-4135-9FB1-F01B4755D7D2}" srcOrd="0" destOrd="0" presId="urn:microsoft.com/office/officeart/2005/8/layout/default"/>
    <dgm:cxn modelId="{61C1ADC6-D28E-4791-903D-EFA52422F023}" srcId="{C6D2E690-B6B8-444B-BE0B-21485A94F04B}" destId="{BA4477FC-2387-441E-9E41-40D05E0420D1}" srcOrd="5" destOrd="0" parTransId="{E5C7ED6A-B87A-48F0-BFB0-5B28F6989EC8}" sibTransId="{2ADEA53C-85C4-4A6B-9D7B-A63C841E4626}"/>
    <dgm:cxn modelId="{1E925BE8-3463-493B-93F7-DE06B94FE15F}" srcId="{C6D2E690-B6B8-444B-BE0B-21485A94F04B}" destId="{DC6DB42A-E0E9-44F8-ACD4-A78E92BDB0FF}" srcOrd="0" destOrd="0" parTransId="{3B395325-0B0F-4292-B3B8-61E2E93B3B89}" sibTransId="{EA8EF2CA-98CE-4D2A-A5C0-14130CE0A10C}"/>
    <dgm:cxn modelId="{09AA97F6-4FF5-4B0B-A6AD-43A95C5E1A5F}" srcId="{C6D2E690-B6B8-444B-BE0B-21485A94F04B}" destId="{DDD1BB77-446E-453D-83CF-EFBCA89D73A9}" srcOrd="3" destOrd="0" parTransId="{81A51B62-945E-4C10-86CE-5B2A6B5D5E5F}" sibTransId="{DEB7B4E8-C0BC-4A33-94F9-3536216AECAC}"/>
    <dgm:cxn modelId="{0E1F891C-7DD7-42EF-A11F-1E73A1D08DCE}" type="presParOf" srcId="{AEDB0F83-9652-4C44-8D8D-8545F0710D95}" destId="{53953BFF-BEF9-4044-8C59-07B32BCAEE89}" srcOrd="0" destOrd="0" presId="urn:microsoft.com/office/officeart/2005/8/layout/default"/>
    <dgm:cxn modelId="{93B90525-CCA1-4E91-A1FC-BDAE9CC629B2}" type="presParOf" srcId="{AEDB0F83-9652-4C44-8D8D-8545F0710D95}" destId="{6BEB5331-AEB4-4B1D-8363-B0EDAF1FF05F}" srcOrd="1" destOrd="0" presId="urn:microsoft.com/office/officeart/2005/8/layout/default"/>
    <dgm:cxn modelId="{E9CBEE85-56EC-4D69-A166-390F0E4B3635}" type="presParOf" srcId="{AEDB0F83-9652-4C44-8D8D-8545F0710D95}" destId="{EF738869-3493-4135-9FB1-F01B4755D7D2}" srcOrd="2" destOrd="0" presId="urn:microsoft.com/office/officeart/2005/8/layout/default"/>
    <dgm:cxn modelId="{3C85046D-8895-41EE-8728-310A9DA03098}" type="presParOf" srcId="{AEDB0F83-9652-4C44-8D8D-8545F0710D95}" destId="{16ABB149-B9F1-418D-9F03-25A3F2BF1D7F}" srcOrd="3" destOrd="0" presId="urn:microsoft.com/office/officeart/2005/8/layout/default"/>
    <dgm:cxn modelId="{9020C231-916E-48CA-8C0F-92DEFE67C3E0}" type="presParOf" srcId="{AEDB0F83-9652-4C44-8D8D-8545F0710D95}" destId="{20E5D9E7-40C9-4C0F-A776-493DFB24600A}" srcOrd="4" destOrd="0" presId="urn:microsoft.com/office/officeart/2005/8/layout/default"/>
    <dgm:cxn modelId="{71AF2262-A2A1-47F4-B9E5-669E670268F2}" type="presParOf" srcId="{AEDB0F83-9652-4C44-8D8D-8545F0710D95}" destId="{07116A97-4300-458A-AC3A-D3AE9A28428F}" srcOrd="5" destOrd="0" presId="urn:microsoft.com/office/officeart/2005/8/layout/default"/>
    <dgm:cxn modelId="{AE520C69-E554-475F-A02F-29AA4E36C47F}" type="presParOf" srcId="{AEDB0F83-9652-4C44-8D8D-8545F0710D95}" destId="{540332A4-2378-4883-8EBF-3FEA3D561F2F}" srcOrd="6" destOrd="0" presId="urn:microsoft.com/office/officeart/2005/8/layout/default"/>
    <dgm:cxn modelId="{6CE021CD-DDC2-439B-8110-E0F13A7C04AF}" type="presParOf" srcId="{AEDB0F83-9652-4C44-8D8D-8545F0710D95}" destId="{31C607A0-A636-4B94-9443-C60D00D8556F}" srcOrd="7" destOrd="0" presId="urn:microsoft.com/office/officeart/2005/8/layout/default"/>
    <dgm:cxn modelId="{49D9FD0B-41D6-4495-94BB-6686816BE960}" type="presParOf" srcId="{AEDB0F83-9652-4C44-8D8D-8545F0710D95}" destId="{2DD2085C-5ECA-48AA-BB6E-63ACC6F265CF}" srcOrd="8" destOrd="0" presId="urn:microsoft.com/office/officeart/2005/8/layout/default"/>
    <dgm:cxn modelId="{FB11F9E5-09C0-4420-9365-320A32CB60F1}" type="presParOf" srcId="{AEDB0F83-9652-4C44-8D8D-8545F0710D95}" destId="{196186AC-55EA-4FB1-A597-05C83E26D0CA}" srcOrd="9" destOrd="0" presId="urn:microsoft.com/office/officeart/2005/8/layout/default"/>
    <dgm:cxn modelId="{EBDBDDBF-13CC-462E-A041-EA67291D54D3}" type="presParOf" srcId="{AEDB0F83-9652-4C44-8D8D-8545F0710D95}" destId="{288BBF5B-1639-4214-9855-13D5D51AF22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806293-2D04-4D82-828D-F30BA9A8393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DBB596-904D-42F8-AAE6-3B5AF746D51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Research</a:t>
          </a:r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- Research the employer and role thoroughly</a:t>
          </a:r>
        </a:p>
      </dgm:t>
    </dgm:pt>
    <dgm:pt modelId="{90B06939-AC96-48C6-A9B7-45345C981074}" type="parTrans" cxnId="{9DFAC637-2347-40E4-B456-45BB12F06B41}">
      <dgm:prSet/>
      <dgm:spPr/>
      <dgm:t>
        <a:bodyPr/>
        <a:lstStyle/>
        <a:p>
          <a:endParaRPr lang="en-US"/>
        </a:p>
      </dgm:t>
    </dgm:pt>
    <dgm:pt modelId="{C9F28230-AA34-4440-978B-3E9967DE792D}" type="sibTrans" cxnId="{9DFAC637-2347-40E4-B456-45BB12F06B41}">
      <dgm:prSet/>
      <dgm:spPr/>
      <dgm:t>
        <a:bodyPr/>
        <a:lstStyle/>
        <a:p>
          <a:endParaRPr lang="en-US"/>
        </a:p>
      </dgm:t>
    </dgm:pt>
    <dgm:pt modelId="{07EFF7D7-A1FA-489B-B31F-9547B5EF1B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Demonstrate- </a:t>
          </a:r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Demonstrate how and where you developed the skills and attributes required by the employer</a:t>
          </a:r>
        </a:p>
      </dgm:t>
    </dgm:pt>
    <dgm:pt modelId="{2DC69537-14E0-4D56-8186-ADB7E282CC4D}" type="parTrans" cxnId="{B1461E72-78D8-412E-B4F0-F3E00EC3EA76}">
      <dgm:prSet/>
      <dgm:spPr/>
      <dgm:t>
        <a:bodyPr/>
        <a:lstStyle/>
        <a:p>
          <a:endParaRPr lang="en-US"/>
        </a:p>
      </dgm:t>
    </dgm:pt>
    <dgm:pt modelId="{34D6BD07-4883-40FD-B546-370D345492B0}" type="sibTrans" cxnId="{B1461E72-78D8-412E-B4F0-F3E00EC3EA76}">
      <dgm:prSet/>
      <dgm:spPr/>
      <dgm:t>
        <a:bodyPr/>
        <a:lstStyle/>
        <a:p>
          <a:endParaRPr lang="en-US"/>
        </a:p>
      </dgm:t>
    </dgm:pt>
    <dgm:pt modelId="{9CDAA451-C8AA-4CAA-9EEE-9A8A619F29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Show- 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Show relevant, individual subject units (with strong grades) at degree level</a:t>
          </a:r>
        </a:p>
      </dgm:t>
    </dgm:pt>
    <dgm:pt modelId="{A70652D1-71C8-4BA3-87F4-131FD02B1D9B}" type="parTrans" cxnId="{D46E8489-8BD2-430C-A3F7-2D3AF6DD4D98}">
      <dgm:prSet/>
      <dgm:spPr/>
      <dgm:t>
        <a:bodyPr/>
        <a:lstStyle/>
        <a:p>
          <a:endParaRPr lang="en-US"/>
        </a:p>
      </dgm:t>
    </dgm:pt>
    <dgm:pt modelId="{03C373C7-9FB5-4B12-967A-D6A439E9F33E}" type="sibTrans" cxnId="{D46E8489-8BD2-430C-A3F7-2D3AF6DD4D98}">
      <dgm:prSet/>
      <dgm:spPr/>
      <dgm:t>
        <a:bodyPr/>
        <a:lstStyle/>
        <a:p>
          <a:endParaRPr lang="en-US"/>
        </a:p>
      </dgm:t>
    </dgm:pt>
    <dgm:pt modelId="{B7CB68BC-5214-4489-BFF5-411883C927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Show- 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Show relevant projects, dissertations, assignments or other activities at degree level</a:t>
          </a:r>
        </a:p>
      </dgm:t>
    </dgm:pt>
    <dgm:pt modelId="{94A7F523-FED5-45C0-B90A-233C4A684104}" type="parTrans" cxnId="{54315710-AE42-4C89-87E1-5EC3A7755E8A}">
      <dgm:prSet/>
      <dgm:spPr/>
      <dgm:t>
        <a:bodyPr/>
        <a:lstStyle/>
        <a:p>
          <a:endParaRPr lang="en-US"/>
        </a:p>
      </dgm:t>
    </dgm:pt>
    <dgm:pt modelId="{7C1EAB80-8140-42A4-894E-563EF42ABD12}" type="sibTrans" cxnId="{54315710-AE42-4C89-87E1-5EC3A7755E8A}">
      <dgm:prSet/>
      <dgm:spPr/>
      <dgm:t>
        <a:bodyPr/>
        <a:lstStyle/>
        <a:p>
          <a:endParaRPr lang="en-US"/>
        </a:p>
      </dgm:t>
    </dgm:pt>
    <dgm:pt modelId="{3C540E77-052F-40FF-A706-D139F736CF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Show- 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Show any additional or extra-curricular achievements that might be relevant</a:t>
          </a:r>
        </a:p>
      </dgm:t>
    </dgm:pt>
    <dgm:pt modelId="{1C589669-039D-418B-A3FF-2564A1770B65}" type="parTrans" cxnId="{7EB579E1-F7F9-4999-97A4-B3939BF074EA}">
      <dgm:prSet/>
      <dgm:spPr/>
      <dgm:t>
        <a:bodyPr/>
        <a:lstStyle/>
        <a:p>
          <a:endParaRPr lang="en-US"/>
        </a:p>
      </dgm:t>
    </dgm:pt>
    <dgm:pt modelId="{E574E309-0BC3-4475-9720-8BF154306E75}" type="sibTrans" cxnId="{7EB579E1-F7F9-4999-97A4-B3939BF074EA}">
      <dgm:prSet/>
      <dgm:spPr/>
      <dgm:t>
        <a:bodyPr/>
        <a:lstStyle/>
        <a:p>
          <a:endParaRPr lang="en-US"/>
        </a:p>
      </dgm:t>
    </dgm:pt>
    <dgm:pt modelId="{907584F8-26D1-4399-9DB7-5AA4A2CB26F1}" type="pres">
      <dgm:prSet presAssocID="{5B806293-2D04-4D82-828D-F30BA9A83934}" presName="root" presStyleCnt="0">
        <dgm:presLayoutVars>
          <dgm:dir/>
          <dgm:resizeHandles val="exact"/>
        </dgm:presLayoutVars>
      </dgm:prSet>
      <dgm:spPr/>
    </dgm:pt>
    <dgm:pt modelId="{FFD085AD-2FF5-47D0-B1BE-5BEC593DD962}" type="pres">
      <dgm:prSet presAssocID="{1DDBB596-904D-42F8-AAE6-3B5AF746D513}" presName="compNode" presStyleCnt="0"/>
      <dgm:spPr/>
    </dgm:pt>
    <dgm:pt modelId="{ABF3E8D4-1B65-4414-9C29-37675E308E3C}" type="pres">
      <dgm:prSet presAssocID="{1DDBB596-904D-42F8-AAE6-3B5AF746D51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BC822F7-0972-4F25-8593-1B3FEA54D056}" type="pres">
      <dgm:prSet presAssocID="{1DDBB596-904D-42F8-AAE6-3B5AF746D513}" presName="spaceRect" presStyleCnt="0"/>
      <dgm:spPr/>
    </dgm:pt>
    <dgm:pt modelId="{9D241DBC-F42B-477A-BEF0-1CD9EFD3ACD4}" type="pres">
      <dgm:prSet presAssocID="{1DDBB596-904D-42F8-AAE6-3B5AF746D513}" presName="textRect" presStyleLbl="revTx" presStyleIdx="0" presStyleCnt="5">
        <dgm:presLayoutVars>
          <dgm:chMax val="1"/>
          <dgm:chPref val="1"/>
        </dgm:presLayoutVars>
      </dgm:prSet>
      <dgm:spPr/>
    </dgm:pt>
    <dgm:pt modelId="{71473D16-F804-4B58-9C1F-47E7E674F29F}" type="pres">
      <dgm:prSet presAssocID="{C9F28230-AA34-4440-978B-3E9967DE792D}" presName="sibTrans" presStyleCnt="0"/>
      <dgm:spPr/>
    </dgm:pt>
    <dgm:pt modelId="{B4726898-B505-44B1-8945-67650A1F7CCA}" type="pres">
      <dgm:prSet presAssocID="{07EFF7D7-A1FA-489B-B31F-9547B5EF1BB5}" presName="compNode" presStyleCnt="0"/>
      <dgm:spPr/>
    </dgm:pt>
    <dgm:pt modelId="{3A58E7F9-5EE7-489D-99A4-B76CFC7F4DCE}" type="pres">
      <dgm:prSet presAssocID="{07EFF7D7-A1FA-489B-B31F-9547B5EF1BB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F4A5E2FF-0EA2-411B-849B-DFCBF2D7B230}" type="pres">
      <dgm:prSet presAssocID="{07EFF7D7-A1FA-489B-B31F-9547B5EF1BB5}" presName="spaceRect" presStyleCnt="0"/>
      <dgm:spPr/>
    </dgm:pt>
    <dgm:pt modelId="{30280852-EDAD-464C-ADEE-B7A9A0839523}" type="pres">
      <dgm:prSet presAssocID="{07EFF7D7-A1FA-489B-B31F-9547B5EF1BB5}" presName="textRect" presStyleLbl="revTx" presStyleIdx="1" presStyleCnt="5">
        <dgm:presLayoutVars>
          <dgm:chMax val="1"/>
          <dgm:chPref val="1"/>
        </dgm:presLayoutVars>
      </dgm:prSet>
      <dgm:spPr/>
    </dgm:pt>
    <dgm:pt modelId="{3B0C954F-84C4-44D5-9B1A-DDE52B17715B}" type="pres">
      <dgm:prSet presAssocID="{34D6BD07-4883-40FD-B546-370D345492B0}" presName="sibTrans" presStyleCnt="0"/>
      <dgm:spPr/>
    </dgm:pt>
    <dgm:pt modelId="{0BC9ACA6-1C54-4B3D-88A7-44FB0226CC24}" type="pres">
      <dgm:prSet presAssocID="{9CDAA451-C8AA-4CAA-9EEE-9A8A619F29D6}" presName="compNode" presStyleCnt="0"/>
      <dgm:spPr/>
    </dgm:pt>
    <dgm:pt modelId="{6CF0E62B-0756-44E5-9906-9ED898453C08}" type="pres">
      <dgm:prSet presAssocID="{9CDAA451-C8AA-4CAA-9EEE-9A8A619F29D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A727C781-3211-4E71-B217-E1389767616E}" type="pres">
      <dgm:prSet presAssocID="{9CDAA451-C8AA-4CAA-9EEE-9A8A619F29D6}" presName="spaceRect" presStyleCnt="0"/>
      <dgm:spPr/>
    </dgm:pt>
    <dgm:pt modelId="{BC618784-1904-497C-B6AD-746616BB2A77}" type="pres">
      <dgm:prSet presAssocID="{9CDAA451-C8AA-4CAA-9EEE-9A8A619F29D6}" presName="textRect" presStyleLbl="revTx" presStyleIdx="2" presStyleCnt="5">
        <dgm:presLayoutVars>
          <dgm:chMax val="1"/>
          <dgm:chPref val="1"/>
        </dgm:presLayoutVars>
      </dgm:prSet>
      <dgm:spPr/>
    </dgm:pt>
    <dgm:pt modelId="{3C8D68C0-734F-4829-8EDD-5A013E2DBA55}" type="pres">
      <dgm:prSet presAssocID="{03C373C7-9FB5-4B12-967A-D6A439E9F33E}" presName="sibTrans" presStyleCnt="0"/>
      <dgm:spPr/>
    </dgm:pt>
    <dgm:pt modelId="{C0617DA1-3C71-48CE-B69D-83032A99B231}" type="pres">
      <dgm:prSet presAssocID="{B7CB68BC-5214-4489-BFF5-411883C92779}" presName="compNode" presStyleCnt="0"/>
      <dgm:spPr/>
    </dgm:pt>
    <dgm:pt modelId="{774D390D-518F-400E-BA32-29B214362879}" type="pres">
      <dgm:prSet presAssocID="{B7CB68BC-5214-4489-BFF5-411883C9277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A30EF427-BD14-46D5-ACED-349B4AC7E8F3}" type="pres">
      <dgm:prSet presAssocID="{B7CB68BC-5214-4489-BFF5-411883C92779}" presName="spaceRect" presStyleCnt="0"/>
      <dgm:spPr/>
    </dgm:pt>
    <dgm:pt modelId="{2AB238F6-D992-4D93-ACB8-6675072BDD1D}" type="pres">
      <dgm:prSet presAssocID="{B7CB68BC-5214-4489-BFF5-411883C92779}" presName="textRect" presStyleLbl="revTx" presStyleIdx="3" presStyleCnt="5">
        <dgm:presLayoutVars>
          <dgm:chMax val="1"/>
          <dgm:chPref val="1"/>
        </dgm:presLayoutVars>
      </dgm:prSet>
      <dgm:spPr/>
    </dgm:pt>
    <dgm:pt modelId="{464B4B43-A07E-4679-B22C-012E3B646799}" type="pres">
      <dgm:prSet presAssocID="{7C1EAB80-8140-42A4-894E-563EF42ABD12}" presName="sibTrans" presStyleCnt="0"/>
      <dgm:spPr/>
    </dgm:pt>
    <dgm:pt modelId="{A66C9A4B-1334-4AEF-925D-5C5AFB0B4F55}" type="pres">
      <dgm:prSet presAssocID="{3C540E77-052F-40FF-A706-D139F736CF7A}" presName="compNode" presStyleCnt="0"/>
      <dgm:spPr/>
    </dgm:pt>
    <dgm:pt modelId="{7F8BF95C-5F99-4084-8A59-649FBD4B9E02}" type="pres">
      <dgm:prSet presAssocID="{3C540E77-052F-40FF-A706-D139F736CF7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58C4F74E-DA0A-4C8E-9623-64354CA97902}" type="pres">
      <dgm:prSet presAssocID="{3C540E77-052F-40FF-A706-D139F736CF7A}" presName="spaceRect" presStyleCnt="0"/>
      <dgm:spPr/>
    </dgm:pt>
    <dgm:pt modelId="{9CF26C8D-B318-4C88-AECE-6B4FD6A0608B}" type="pres">
      <dgm:prSet presAssocID="{3C540E77-052F-40FF-A706-D139F736CF7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8F0A001-8E71-435D-B342-0AC3888943E4}" type="presOf" srcId="{3C540E77-052F-40FF-A706-D139F736CF7A}" destId="{9CF26C8D-B318-4C88-AECE-6B4FD6A0608B}" srcOrd="0" destOrd="0" presId="urn:microsoft.com/office/officeart/2018/2/layout/IconLabelList"/>
    <dgm:cxn modelId="{54315710-AE42-4C89-87E1-5EC3A7755E8A}" srcId="{5B806293-2D04-4D82-828D-F30BA9A83934}" destId="{B7CB68BC-5214-4489-BFF5-411883C92779}" srcOrd="3" destOrd="0" parTransId="{94A7F523-FED5-45C0-B90A-233C4A684104}" sibTransId="{7C1EAB80-8140-42A4-894E-563EF42ABD12}"/>
    <dgm:cxn modelId="{9F9EBB27-FBE1-41F8-80B4-BD5362E5E59F}" type="presOf" srcId="{5B806293-2D04-4D82-828D-F30BA9A83934}" destId="{907584F8-26D1-4399-9DB7-5AA4A2CB26F1}" srcOrd="0" destOrd="0" presId="urn:microsoft.com/office/officeart/2018/2/layout/IconLabelList"/>
    <dgm:cxn modelId="{9DFAC637-2347-40E4-B456-45BB12F06B41}" srcId="{5B806293-2D04-4D82-828D-F30BA9A83934}" destId="{1DDBB596-904D-42F8-AAE6-3B5AF746D513}" srcOrd="0" destOrd="0" parTransId="{90B06939-AC96-48C6-A9B7-45345C981074}" sibTransId="{C9F28230-AA34-4440-978B-3E9967DE792D}"/>
    <dgm:cxn modelId="{18FFE962-1B93-492A-BE68-4531B8701BD4}" type="presOf" srcId="{B7CB68BC-5214-4489-BFF5-411883C92779}" destId="{2AB238F6-D992-4D93-ACB8-6675072BDD1D}" srcOrd="0" destOrd="0" presId="urn:microsoft.com/office/officeart/2018/2/layout/IconLabelList"/>
    <dgm:cxn modelId="{B1461E72-78D8-412E-B4F0-F3E00EC3EA76}" srcId="{5B806293-2D04-4D82-828D-F30BA9A83934}" destId="{07EFF7D7-A1FA-489B-B31F-9547B5EF1BB5}" srcOrd="1" destOrd="0" parTransId="{2DC69537-14E0-4D56-8186-ADB7E282CC4D}" sibTransId="{34D6BD07-4883-40FD-B546-370D345492B0}"/>
    <dgm:cxn modelId="{D46E8489-8BD2-430C-A3F7-2D3AF6DD4D98}" srcId="{5B806293-2D04-4D82-828D-F30BA9A83934}" destId="{9CDAA451-C8AA-4CAA-9EEE-9A8A619F29D6}" srcOrd="2" destOrd="0" parTransId="{A70652D1-71C8-4BA3-87F4-131FD02B1D9B}" sibTransId="{03C373C7-9FB5-4B12-967A-D6A439E9F33E}"/>
    <dgm:cxn modelId="{9FE2BBBC-473F-422E-ACF2-FCC357D0BE07}" type="presOf" srcId="{9CDAA451-C8AA-4CAA-9EEE-9A8A619F29D6}" destId="{BC618784-1904-497C-B6AD-746616BB2A77}" srcOrd="0" destOrd="0" presId="urn:microsoft.com/office/officeart/2018/2/layout/IconLabelList"/>
    <dgm:cxn modelId="{58CB74C3-9A1A-47F1-BD6C-BEF58C3A7F1C}" type="presOf" srcId="{07EFF7D7-A1FA-489B-B31F-9547B5EF1BB5}" destId="{30280852-EDAD-464C-ADEE-B7A9A0839523}" srcOrd="0" destOrd="0" presId="urn:microsoft.com/office/officeart/2018/2/layout/IconLabelList"/>
    <dgm:cxn modelId="{7EB579E1-F7F9-4999-97A4-B3939BF074EA}" srcId="{5B806293-2D04-4D82-828D-F30BA9A83934}" destId="{3C540E77-052F-40FF-A706-D139F736CF7A}" srcOrd="4" destOrd="0" parTransId="{1C589669-039D-418B-A3FF-2564A1770B65}" sibTransId="{E574E309-0BC3-4475-9720-8BF154306E75}"/>
    <dgm:cxn modelId="{1B5AE0FF-D4C6-4C55-813E-CF473E329D23}" type="presOf" srcId="{1DDBB596-904D-42F8-AAE6-3B5AF746D513}" destId="{9D241DBC-F42B-477A-BEF0-1CD9EFD3ACD4}" srcOrd="0" destOrd="0" presId="urn:microsoft.com/office/officeart/2018/2/layout/IconLabelList"/>
    <dgm:cxn modelId="{7A6127CB-8079-462C-928E-41D2B2E2EA29}" type="presParOf" srcId="{907584F8-26D1-4399-9DB7-5AA4A2CB26F1}" destId="{FFD085AD-2FF5-47D0-B1BE-5BEC593DD962}" srcOrd="0" destOrd="0" presId="urn:microsoft.com/office/officeart/2018/2/layout/IconLabelList"/>
    <dgm:cxn modelId="{8A5B1877-F3B5-4F53-AFD7-395738E86FCB}" type="presParOf" srcId="{FFD085AD-2FF5-47D0-B1BE-5BEC593DD962}" destId="{ABF3E8D4-1B65-4414-9C29-37675E308E3C}" srcOrd="0" destOrd="0" presId="urn:microsoft.com/office/officeart/2018/2/layout/IconLabelList"/>
    <dgm:cxn modelId="{F39E0A6E-606D-4961-8AAB-F310945791B5}" type="presParOf" srcId="{FFD085AD-2FF5-47D0-B1BE-5BEC593DD962}" destId="{0BC822F7-0972-4F25-8593-1B3FEA54D056}" srcOrd="1" destOrd="0" presId="urn:microsoft.com/office/officeart/2018/2/layout/IconLabelList"/>
    <dgm:cxn modelId="{4BAF31DA-4E8C-4ECD-9EEB-71FA4E8134B3}" type="presParOf" srcId="{FFD085AD-2FF5-47D0-B1BE-5BEC593DD962}" destId="{9D241DBC-F42B-477A-BEF0-1CD9EFD3ACD4}" srcOrd="2" destOrd="0" presId="urn:microsoft.com/office/officeart/2018/2/layout/IconLabelList"/>
    <dgm:cxn modelId="{6ECD42E7-9106-4EFF-9F36-8F01CD9DEEB1}" type="presParOf" srcId="{907584F8-26D1-4399-9DB7-5AA4A2CB26F1}" destId="{71473D16-F804-4B58-9C1F-47E7E674F29F}" srcOrd="1" destOrd="0" presId="urn:microsoft.com/office/officeart/2018/2/layout/IconLabelList"/>
    <dgm:cxn modelId="{C4F2FFFC-62E5-4600-BCF4-DD5D2F37F9BA}" type="presParOf" srcId="{907584F8-26D1-4399-9DB7-5AA4A2CB26F1}" destId="{B4726898-B505-44B1-8945-67650A1F7CCA}" srcOrd="2" destOrd="0" presId="urn:microsoft.com/office/officeart/2018/2/layout/IconLabelList"/>
    <dgm:cxn modelId="{01E77946-9529-4CA8-BE59-F4E0955A6F12}" type="presParOf" srcId="{B4726898-B505-44B1-8945-67650A1F7CCA}" destId="{3A58E7F9-5EE7-489D-99A4-B76CFC7F4DCE}" srcOrd="0" destOrd="0" presId="urn:microsoft.com/office/officeart/2018/2/layout/IconLabelList"/>
    <dgm:cxn modelId="{7A55D291-B96A-4C41-BD26-5FE1D6D09202}" type="presParOf" srcId="{B4726898-B505-44B1-8945-67650A1F7CCA}" destId="{F4A5E2FF-0EA2-411B-849B-DFCBF2D7B230}" srcOrd="1" destOrd="0" presId="urn:microsoft.com/office/officeart/2018/2/layout/IconLabelList"/>
    <dgm:cxn modelId="{B68F7FD9-1E6E-4BDA-AE57-0A073571E33E}" type="presParOf" srcId="{B4726898-B505-44B1-8945-67650A1F7CCA}" destId="{30280852-EDAD-464C-ADEE-B7A9A0839523}" srcOrd="2" destOrd="0" presId="urn:microsoft.com/office/officeart/2018/2/layout/IconLabelList"/>
    <dgm:cxn modelId="{4AB6FEB9-FE55-4443-965B-F6E985FB01BD}" type="presParOf" srcId="{907584F8-26D1-4399-9DB7-5AA4A2CB26F1}" destId="{3B0C954F-84C4-44D5-9B1A-DDE52B17715B}" srcOrd="3" destOrd="0" presId="urn:microsoft.com/office/officeart/2018/2/layout/IconLabelList"/>
    <dgm:cxn modelId="{1D6AAF0C-7C86-4671-939F-BBE0A9642E3D}" type="presParOf" srcId="{907584F8-26D1-4399-9DB7-5AA4A2CB26F1}" destId="{0BC9ACA6-1C54-4B3D-88A7-44FB0226CC24}" srcOrd="4" destOrd="0" presId="urn:microsoft.com/office/officeart/2018/2/layout/IconLabelList"/>
    <dgm:cxn modelId="{E5B1274C-E9F9-4BEC-9BD1-D93C1F068CF3}" type="presParOf" srcId="{0BC9ACA6-1C54-4B3D-88A7-44FB0226CC24}" destId="{6CF0E62B-0756-44E5-9906-9ED898453C08}" srcOrd="0" destOrd="0" presId="urn:microsoft.com/office/officeart/2018/2/layout/IconLabelList"/>
    <dgm:cxn modelId="{0788BE07-2502-4F0B-94A2-EDCC82D8BA00}" type="presParOf" srcId="{0BC9ACA6-1C54-4B3D-88A7-44FB0226CC24}" destId="{A727C781-3211-4E71-B217-E1389767616E}" srcOrd="1" destOrd="0" presId="urn:microsoft.com/office/officeart/2018/2/layout/IconLabelList"/>
    <dgm:cxn modelId="{6E6B2230-EA9A-490E-B6B4-8BF22F481966}" type="presParOf" srcId="{0BC9ACA6-1C54-4B3D-88A7-44FB0226CC24}" destId="{BC618784-1904-497C-B6AD-746616BB2A77}" srcOrd="2" destOrd="0" presId="urn:microsoft.com/office/officeart/2018/2/layout/IconLabelList"/>
    <dgm:cxn modelId="{AA28544B-8DF6-4C76-9D8F-C7839359B823}" type="presParOf" srcId="{907584F8-26D1-4399-9DB7-5AA4A2CB26F1}" destId="{3C8D68C0-734F-4829-8EDD-5A013E2DBA55}" srcOrd="5" destOrd="0" presId="urn:microsoft.com/office/officeart/2018/2/layout/IconLabelList"/>
    <dgm:cxn modelId="{7B078A3F-A4F2-4BAE-982B-172DDA053288}" type="presParOf" srcId="{907584F8-26D1-4399-9DB7-5AA4A2CB26F1}" destId="{C0617DA1-3C71-48CE-B69D-83032A99B231}" srcOrd="6" destOrd="0" presId="urn:microsoft.com/office/officeart/2018/2/layout/IconLabelList"/>
    <dgm:cxn modelId="{433A2425-8DBA-4BD6-9188-F40144F585BD}" type="presParOf" srcId="{C0617DA1-3C71-48CE-B69D-83032A99B231}" destId="{774D390D-518F-400E-BA32-29B214362879}" srcOrd="0" destOrd="0" presId="urn:microsoft.com/office/officeart/2018/2/layout/IconLabelList"/>
    <dgm:cxn modelId="{65E8C33A-554D-443D-A642-27F660412721}" type="presParOf" srcId="{C0617DA1-3C71-48CE-B69D-83032A99B231}" destId="{A30EF427-BD14-46D5-ACED-349B4AC7E8F3}" srcOrd="1" destOrd="0" presId="urn:microsoft.com/office/officeart/2018/2/layout/IconLabelList"/>
    <dgm:cxn modelId="{BAFC76F5-8A15-41FF-A28A-F5227FC40D0C}" type="presParOf" srcId="{C0617DA1-3C71-48CE-B69D-83032A99B231}" destId="{2AB238F6-D992-4D93-ACB8-6675072BDD1D}" srcOrd="2" destOrd="0" presId="urn:microsoft.com/office/officeart/2018/2/layout/IconLabelList"/>
    <dgm:cxn modelId="{7FAE269B-AE37-4011-9173-53475F0572F4}" type="presParOf" srcId="{907584F8-26D1-4399-9DB7-5AA4A2CB26F1}" destId="{464B4B43-A07E-4679-B22C-012E3B646799}" srcOrd="7" destOrd="0" presId="urn:microsoft.com/office/officeart/2018/2/layout/IconLabelList"/>
    <dgm:cxn modelId="{804A1C28-19B0-4896-8483-4D80B6438B08}" type="presParOf" srcId="{907584F8-26D1-4399-9DB7-5AA4A2CB26F1}" destId="{A66C9A4B-1334-4AEF-925D-5C5AFB0B4F55}" srcOrd="8" destOrd="0" presId="urn:microsoft.com/office/officeart/2018/2/layout/IconLabelList"/>
    <dgm:cxn modelId="{968F6AFD-CD89-4914-989F-C930AABACFAF}" type="presParOf" srcId="{A66C9A4B-1334-4AEF-925D-5C5AFB0B4F55}" destId="{7F8BF95C-5F99-4084-8A59-649FBD4B9E02}" srcOrd="0" destOrd="0" presId="urn:microsoft.com/office/officeart/2018/2/layout/IconLabelList"/>
    <dgm:cxn modelId="{BE234F7F-D23D-4B51-9E7B-615B131DB216}" type="presParOf" srcId="{A66C9A4B-1334-4AEF-925D-5C5AFB0B4F55}" destId="{58C4F74E-DA0A-4C8E-9623-64354CA97902}" srcOrd="1" destOrd="0" presId="urn:microsoft.com/office/officeart/2018/2/layout/IconLabelList"/>
    <dgm:cxn modelId="{02CE228D-6E19-4A7E-9D2D-09C5E80C7864}" type="presParOf" srcId="{A66C9A4B-1334-4AEF-925D-5C5AFB0B4F55}" destId="{9CF26C8D-B318-4C88-AECE-6B4FD6A0608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643930-580D-46BA-9E37-79E790234A3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CBAF56-EBD0-4AC5-A79A-EA8EC24540B3}">
      <dgm:prSet custT="1"/>
      <dgm:spPr/>
      <dgm:t>
        <a:bodyPr/>
        <a:lstStyle/>
        <a:p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Most recent first i.e. reverse chronological </a:t>
          </a:r>
        </a:p>
      </dgm:t>
    </dgm:pt>
    <dgm:pt modelId="{22292A43-9622-4569-A32F-4A53A4724DAB}" type="parTrans" cxnId="{BAF1D221-FD8C-4931-BD3A-70A981A8661A}">
      <dgm:prSet/>
      <dgm:spPr/>
      <dgm:t>
        <a:bodyPr/>
        <a:lstStyle/>
        <a:p>
          <a:endParaRPr lang="en-US"/>
        </a:p>
      </dgm:t>
    </dgm:pt>
    <dgm:pt modelId="{28730FB9-C003-4BAF-81E5-126E8171FA83}" type="sibTrans" cxnId="{BAF1D221-FD8C-4931-BD3A-70A981A8661A}">
      <dgm:prSet/>
      <dgm:spPr/>
      <dgm:t>
        <a:bodyPr/>
        <a:lstStyle/>
        <a:p>
          <a:endParaRPr lang="en-US"/>
        </a:p>
      </dgm:t>
    </dgm:pt>
    <dgm:pt modelId="{E63D5BEA-15F8-45C2-8A3D-66FFE0115484}">
      <dgm:prSet custT="1"/>
      <dgm:spPr/>
      <dgm:t>
        <a:bodyPr/>
        <a:lstStyle/>
        <a:p>
          <a:r>
            <a:rPr lang="en-GB" sz="2400" dirty="0">
              <a:latin typeface="Arial" panose="020B0604020202020204" pitchFamily="34" charset="0"/>
              <a:cs typeface="Arial" panose="020B0604020202020204" pitchFamily="34" charset="0"/>
            </a:rPr>
            <a:t>Develop the degree section: relevant, subject units, project work, assignments etc.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18154B8-B83D-4453-A3E1-EFC61EF57301}" type="parTrans" cxnId="{5EB9FEB4-0AE7-49AB-BE9B-06BF9BAAA37C}">
      <dgm:prSet/>
      <dgm:spPr/>
      <dgm:t>
        <a:bodyPr/>
        <a:lstStyle/>
        <a:p>
          <a:endParaRPr lang="en-US"/>
        </a:p>
      </dgm:t>
    </dgm:pt>
    <dgm:pt modelId="{AE45E334-693E-4A6F-8416-2F6B0D427358}" type="sibTrans" cxnId="{5EB9FEB4-0AE7-49AB-BE9B-06BF9BAAA37C}">
      <dgm:prSet/>
      <dgm:spPr/>
      <dgm:t>
        <a:bodyPr/>
        <a:lstStyle/>
        <a:p>
          <a:endParaRPr lang="en-US"/>
        </a:p>
      </dgm:t>
    </dgm:pt>
    <dgm:pt modelId="{54B77672-D55D-4F01-A224-B81F0B2B707B}">
      <dgm:prSet custT="1"/>
      <dgm:spPr/>
      <dgm:t>
        <a:bodyPr/>
        <a:lstStyle/>
        <a:p>
          <a:r>
            <a:rPr lang="en-GB" sz="2400" dirty="0">
              <a:latin typeface="Arial" panose="020B0604020202020204" pitchFamily="34" charset="0"/>
              <a:cs typeface="Arial" panose="020B0604020202020204" pitchFamily="34" charset="0"/>
            </a:rPr>
            <a:t>Individual A levels, best grades first 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ACF7B0-BC95-4FFD-B8F8-323CDCF40142}" type="parTrans" cxnId="{487147C8-E5F1-4FFD-9DDE-AC6D8C743940}">
      <dgm:prSet/>
      <dgm:spPr/>
      <dgm:t>
        <a:bodyPr/>
        <a:lstStyle/>
        <a:p>
          <a:endParaRPr lang="en-US"/>
        </a:p>
      </dgm:t>
    </dgm:pt>
    <dgm:pt modelId="{B1B1E84A-A2C1-4D09-901C-47A9CCCBE9A8}" type="sibTrans" cxnId="{487147C8-E5F1-4FFD-9DDE-AC6D8C743940}">
      <dgm:prSet/>
      <dgm:spPr/>
      <dgm:t>
        <a:bodyPr/>
        <a:lstStyle/>
        <a:p>
          <a:endParaRPr lang="en-US"/>
        </a:p>
      </dgm:t>
    </dgm:pt>
    <dgm:pt modelId="{592BE53F-EEB1-4437-902E-690111223DA6}">
      <dgm:prSet custT="1"/>
      <dgm:spPr/>
      <dgm:t>
        <a:bodyPr/>
        <a:lstStyle/>
        <a:p>
          <a:r>
            <a:rPr lang="en-GB" sz="2400" dirty="0">
              <a:latin typeface="Arial" panose="020B0604020202020204" pitchFamily="34" charset="0"/>
              <a:cs typeface="Arial" panose="020B0604020202020204" pitchFamily="34" charset="0"/>
            </a:rPr>
            <a:t>BTEC: Write out Distinction, Merit etc.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A56E608-4846-49ED-9DBE-B5F21E81FF6E}" type="parTrans" cxnId="{CA36F722-7C77-4C50-864D-603E78084D24}">
      <dgm:prSet/>
      <dgm:spPr/>
      <dgm:t>
        <a:bodyPr/>
        <a:lstStyle/>
        <a:p>
          <a:endParaRPr lang="en-US"/>
        </a:p>
      </dgm:t>
    </dgm:pt>
    <dgm:pt modelId="{F9006FD5-14FD-4725-90F0-893213EF3F14}" type="sibTrans" cxnId="{CA36F722-7C77-4C50-864D-603E78084D24}">
      <dgm:prSet/>
      <dgm:spPr/>
      <dgm:t>
        <a:bodyPr/>
        <a:lstStyle/>
        <a:p>
          <a:endParaRPr lang="en-US"/>
        </a:p>
      </dgm:t>
    </dgm:pt>
    <dgm:pt modelId="{3AFBD81B-8A4A-405A-940F-25B8A0FAB149}">
      <dgm:prSet custT="1"/>
      <dgm:spPr/>
      <dgm:t>
        <a:bodyPr/>
        <a:lstStyle/>
        <a:p>
          <a:r>
            <a:rPr lang="en-GB" sz="2400" dirty="0">
              <a:latin typeface="Arial" panose="020B0604020202020204" pitchFamily="34" charset="0"/>
              <a:cs typeface="Arial" panose="020B0604020202020204" pitchFamily="34" charset="0"/>
            </a:rPr>
            <a:t>GCSEs- one line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D8C130-6A2E-46D3-B45F-6AB2B87956A9}" type="parTrans" cxnId="{65C9A8FC-80A7-44E8-A9B1-20B752D44684}">
      <dgm:prSet/>
      <dgm:spPr/>
      <dgm:t>
        <a:bodyPr/>
        <a:lstStyle/>
        <a:p>
          <a:endParaRPr lang="en-US"/>
        </a:p>
      </dgm:t>
    </dgm:pt>
    <dgm:pt modelId="{D1A8A6DA-4E1D-45C4-BEB9-7C8822C25E23}" type="sibTrans" cxnId="{65C9A8FC-80A7-44E8-A9B1-20B752D44684}">
      <dgm:prSet/>
      <dgm:spPr/>
      <dgm:t>
        <a:bodyPr/>
        <a:lstStyle/>
        <a:p>
          <a:endParaRPr lang="en-US"/>
        </a:p>
      </dgm:t>
    </dgm:pt>
    <dgm:pt modelId="{2FFE2299-017B-46A2-8AF6-0CC84CE752FA}">
      <dgm:prSet custT="1"/>
      <dgm:spPr/>
      <dgm:t>
        <a:bodyPr/>
        <a:lstStyle/>
        <a:p>
          <a:r>
            <a:rPr lang="en-GB" sz="2400" dirty="0">
              <a:latin typeface="Arial" panose="020B0604020202020204" pitchFamily="34" charset="0"/>
              <a:cs typeface="Arial" panose="020B0604020202020204" pitchFamily="34" charset="0"/>
            </a:rPr>
            <a:t>Other Achievements e.g. Staff-Student Committee, Prefect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22E401-D1CA-4EAE-9184-FC45DCAAD68E}" type="parTrans" cxnId="{9B4236D4-7D62-4030-A96E-03215C5E14A7}">
      <dgm:prSet/>
      <dgm:spPr/>
      <dgm:t>
        <a:bodyPr/>
        <a:lstStyle/>
        <a:p>
          <a:endParaRPr lang="en-US"/>
        </a:p>
      </dgm:t>
    </dgm:pt>
    <dgm:pt modelId="{6BCBF763-28E1-4816-8CB6-D6276874D753}" type="sibTrans" cxnId="{9B4236D4-7D62-4030-A96E-03215C5E14A7}">
      <dgm:prSet/>
      <dgm:spPr/>
      <dgm:t>
        <a:bodyPr/>
        <a:lstStyle/>
        <a:p>
          <a:endParaRPr lang="en-US"/>
        </a:p>
      </dgm:t>
    </dgm:pt>
    <dgm:pt modelId="{8F469E6D-6DC4-4866-AD4C-F6C1D01B8930}" type="pres">
      <dgm:prSet presAssocID="{18643930-580D-46BA-9E37-79E790234A3F}" presName="linear" presStyleCnt="0">
        <dgm:presLayoutVars>
          <dgm:animLvl val="lvl"/>
          <dgm:resizeHandles val="exact"/>
        </dgm:presLayoutVars>
      </dgm:prSet>
      <dgm:spPr/>
    </dgm:pt>
    <dgm:pt modelId="{345F141D-3AB6-4EE4-8706-419FD8F45149}" type="pres">
      <dgm:prSet presAssocID="{31CBAF56-EBD0-4AC5-A79A-EA8EC24540B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610C62D-1E21-4B89-81D4-3DEB1DF30F11}" type="pres">
      <dgm:prSet presAssocID="{28730FB9-C003-4BAF-81E5-126E8171FA83}" presName="spacer" presStyleCnt="0"/>
      <dgm:spPr/>
    </dgm:pt>
    <dgm:pt modelId="{E6DDA106-D107-4C12-B079-5BA6304A929B}" type="pres">
      <dgm:prSet presAssocID="{E63D5BEA-15F8-45C2-8A3D-66FFE011548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878C46E-1CA1-4C61-B3AD-990B827221AE}" type="pres">
      <dgm:prSet presAssocID="{AE45E334-693E-4A6F-8416-2F6B0D427358}" presName="spacer" presStyleCnt="0"/>
      <dgm:spPr/>
    </dgm:pt>
    <dgm:pt modelId="{2A7AFE6E-2722-429E-8574-20AF92A85A30}" type="pres">
      <dgm:prSet presAssocID="{54B77672-D55D-4F01-A224-B81F0B2B707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7FE175B-F694-4AE7-90D5-8EA1CD4A68FA}" type="pres">
      <dgm:prSet presAssocID="{B1B1E84A-A2C1-4D09-901C-47A9CCCBE9A8}" presName="spacer" presStyleCnt="0"/>
      <dgm:spPr/>
    </dgm:pt>
    <dgm:pt modelId="{6F794055-3A21-4191-B435-6A32471D486C}" type="pres">
      <dgm:prSet presAssocID="{592BE53F-EEB1-4437-902E-690111223DA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5D010E6-0B5C-464A-BABE-A17E332DA795}" type="pres">
      <dgm:prSet presAssocID="{F9006FD5-14FD-4725-90F0-893213EF3F14}" presName="spacer" presStyleCnt="0"/>
      <dgm:spPr/>
    </dgm:pt>
    <dgm:pt modelId="{2D98B8AD-FE9C-4C86-AD1D-577064DCADB8}" type="pres">
      <dgm:prSet presAssocID="{3AFBD81B-8A4A-405A-940F-25B8A0FAB14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1A6EFE5-8CB3-41BB-A16A-6550FC6E9405}" type="pres">
      <dgm:prSet presAssocID="{D1A8A6DA-4E1D-45C4-BEB9-7C8822C25E23}" presName="spacer" presStyleCnt="0"/>
      <dgm:spPr/>
    </dgm:pt>
    <dgm:pt modelId="{A206A8CD-DA76-4B31-AAB0-30B44C4362A0}" type="pres">
      <dgm:prSet presAssocID="{2FFE2299-017B-46A2-8AF6-0CC84CE752F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AF1D221-FD8C-4931-BD3A-70A981A8661A}" srcId="{18643930-580D-46BA-9E37-79E790234A3F}" destId="{31CBAF56-EBD0-4AC5-A79A-EA8EC24540B3}" srcOrd="0" destOrd="0" parTransId="{22292A43-9622-4569-A32F-4A53A4724DAB}" sibTransId="{28730FB9-C003-4BAF-81E5-126E8171FA83}"/>
    <dgm:cxn modelId="{CA36F722-7C77-4C50-864D-603E78084D24}" srcId="{18643930-580D-46BA-9E37-79E790234A3F}" destId="{592BE53F-EEB1-4437-902E-690111223DA6}" srcOrd="3" destOrd="0" parTransId="{AA56E608-4846-49ED-9DBE-B5F21E81FF6E}" sibTransId="{F9006FD5-14FD-4725-90F0-893213EF3F14}"/>
    <dgm:cxn modelId="{3E6D665E-E965-4F9C-8218-922962BC49F4}" type="presOf" srcId="{592BE53F-EEB1-4437-902E-690111223DA6}" destId="{6F794055-3A21-4191-B435-6A32471D486C}" srcOrd="0" destOrd="0" presId="urn:microsoft.com/office/officeart/2005/8/layout/vList2"/>
    <dgm:cxn modelId="{61F4656C-544E-43E4-937A-9C9D90054128}" type="presOf" srcId="{2FFE2299-017B-46A2-8AF6-0CC84CE752FA}" destId="{A206A8CD-DA76-4B31-AAB0-30B44C4362A0}" srcOrd="0" destOrd="0" presId="urn:microsoft.com/office/officeart/2005/8/layout/vList2"/>
    <dgm:cxn modelId="{0B5D647D-075C-41ED-A226-60B38D70EB86}" type="presOf" srcId="{31CBAF56-EBD0-4AC5-A79A-EA8EC24540B3}" destId="{345F141D-3AB6-4EE4-8706-419FD8F45149}" srcOrd="0" destOrd="0" presId="urn:microsoft.com/office/officeart/2005/8/layout/vList2"/>
    <dgm:cxn modelId="{5E2D0995-8BDA-4094-93BB-EEDA980D40C4}" type="presOf" srcId="{3AFBD81B-8A4A-405A-940F-25B8A0FAB149}" destId="{2D98B8AD-FE9C-4C86-AD1D-577064DCADB8}" srcOrd="0" destOrd="0" presId="urn:microsoft.com/office/officeart/2005/8/layout/vList2"/>
    <dgm:cxn modelId="{5EB9FEB4-0AE7-49AB-BE9B-06BF9BAAA37C}" srcId="{18643930-580D-46BA-9E37-79E790234A3F}" destId="{E63D5BEA-15F8-45C2-8A3D-66FFE0115484}" srcOrd="1" destOrd="0" parTransId="{218154B8-B83D-4453-A3E1-EFC61EF57301}" sibTransId="{AE45E334-693E-4A6F-8416-2F6B0D427358}"/>
    <dgm:cxn modelId="{CAEDABC6-0F26-45F1-8E18-C3F60DA0ED1E}" type="presOf" srcId="{18643930-580D-46BA-9E37-79E790234A3F}" destId="{8F469E6D-6DC4-4866-AD4C-F6C1D01B8930}" srcOrd="0" destOrd="0" presId="urn:microsoft.com/office/officeart/2005/8/layout/vList2"/>
    <dgm:cxn modelId="{487147C8-E5F1-4FFD-9DDE-AC6D8C743940}" srcId="{18643930-580D-46BA-9E37-79E790234A3F}" destId="{54B77672-D55D-4F01-A224-B81F0B2B707B}" srcOrd="2" destOrd="0" parTransId="{F1ACF7B0-BC95-4FFD-B8F8-323CDCF40142}" sibTransId="{B1B1E84A-A2C1-4D09-901C-47A9CCCBE9A8}"/>
    <dgm:cxn modelId="{9B4236D4-7D62-4030-A96E-03215C5E14A7}" srcId="{18643930-580D-46BA-9E37-79E790234A3F}" destId="{2FFE2299-017B-46A2-8AF6-0CC84CE752FA}" srcOrd="5" destOrd="0" parTransId="{3E22E401-D1CA-4EAE-9184-FC45DCAAD68E}" sibTransId="{6BCBF763-28E1-4816-8CB6-D6276874D753}"/>
    <dgm:cxn modelId="{BE9DE7E4-3A94-455C-9A8D-560996828E22}" type="presOf" srcId="{54B77672-D55D-4F01-A224-B81F0B2B707B}" destId="{2A7AFE6E-2722-429E-8574-20AF92A85A30}" srcOrd="0" destOrd="0" presId="urn:microsoft.com/office/officeart/2005/8/layout/vList2"/>
    <dgm:cxn modelId="{65C9A8FC-80A7-44E8-A9B1-20B752D44684}" srcId="{18643930-580D-46BA-9E37-79E790234A3F}" destId="{3AFBD81B-8A4A-405A-940F-25B8A0FAB149}" srcOrd="4" destOrd="0" parTransId="{52D8C130-6A2E-46D3-B45F-6AB2B87956A9}" sibTransId="{D1A8A6DA-4E1D-45C4-BEB9-7C8822C25E23}"/>
    <dgm:cxn modelId="{93E5C5FE-F65B-4154-A893-96ECA9E1F01E}" type="presOf" srcId="{E63D5BEA-15F8-45C2-8A3D-66FFE0115484}" destId="{E6DDA106-D107-4C12-B079-5BA6304A929B}" srcOrd="0" destOrd="0" presId="urn:microsoft.com/office/officeart/2005/8/layout/vList2"/>
    <dgm:cxn modelId="{F1C90F15-4958-4D22-B228-EAE771256943}" type="presParOf" srcId="{8F469E6D-6DC4-4866-AD4C-F6C1D01B8930}" destId="{345F141D-3AB6-4EE4-8706-419FD8F45149}" srcOrd="0" destOrd="0" presId="urn:microsoft.com/office/officeart/2005/8/layout/vList2"/>
    <dgm:cxn modelId="{D352FDB7-DEEF-4EF7-9906-B1586D3CC2D3}" type="presParOf" srcId="{8F469E6D-6DC4-4866-AD4C-F6C1D01B8930}" destId="{0610C62D-1E21-4B89-81D4-3DEB1DF30F11}" srcOrd="1" destOrd="0" presId="urn:microsoft.com/office/officeart/2005/8/layout/vList2"/>
    <dgm:cxn modelId="{DDDAEF4E-DA54-4719-875B-A9C4EE4EC653}" type="presParOf" srcId="{8F469E6D-6DC4-4866-AD4C-F6C1D01B8930}" destId="{E6DDA106-D107-4C12-B079-5BA6304A929B}" srcOrd="2" destOrd="0" presId="urn:microsoft.com/office/officeart/2005/8/layout/vList2"/>
    <dgm:cxn modelId="{F244EB0D-3C52-42DB-AA3B-1F9538D34E6E}" type="presParOf" srcId="{8F469E6D-6DC4-4866-AD4C-F6C1D01B8930}" destId="{B878C46E-1CA1-4C61-B3AD-990B827221AE}" srcOrd="3" destOrd="0" presId="urn:microsoft.com/office/officeart/2005/8/layout/vList2"/>
    <dgm:cxn modelId="{9AF68D08-5348-4A8F-B124-17B2F4DBE803}" type="presParOf" srcId="{8F469E6D-6DC4-4866-AD4C-F6C1D01B8930}" destId="{2A7AFE6E-2722-429E-8574-20AF92A85A30}" srcOrd="4" destOrd="0" presId="urn:microsoft.com/office/officeart/2005/8/layout/vList2"/>
    <dgm:cxn modelId="{C08BB1A6-6A4B-49F2-A6A6-11C91EF06AF7}" type="presParOf" srcId="{8F469E6D-6DC4-4866-AD4C-F6C1D01B8930}" destId="{17FE175B-F694-4AE7-90D5-8EA1CD4A68FA}" srcOrd="5" destOrd="0" presId="urn:microsoft.com/office/officeart/2005/8/layout/vList2"/>
    <dgm:cxn modelId="{C63F7F35-2A56-4B50-8656-92C80F384300}" type="presParOf" srcId="{8F469E6D-6DC4-4866-AD4C-F6C1D01B8930}" destId="{6F794055-3A21-4191-B435-6A32471D486C}" srcOrd="6" destOrd="0" presId="urn:microsoft.com/office/officeart/2005/8/layout/vList2"/>
    <dgm:cxn modelId="{A2C514E5-D1C6-4762-93AC-A77370A33A15}" type="presParOf" srcId="{8F469E6D-6DC4-4866-AD4C-F6C1D01B8930}" destId="{15D010E6-0B5C-464A-BABE-A17E332DA795}" srcOrd="7" destOrd="0" presId="urn:microsoft.com/office/officeart/2005/8/layout/vList2"/>
    <dgm:cxn modelId="{A374F7CC-05AE-4611-8C97-C86F8CA112C4}" type="presParOf" srcId="{8F469E6D-6DC4-4866-AD4C-F6C1D01B8930}" destId="{2D98B8AD-FE9C-4C86-AD1D-577064DCADB8}" srcOrd="8" destOrd="0" presId="urn:microsoft.com/office/officeart/2005/8/layout/vList2"/>
    <dgm:cxn modelId="{176A7D4C-F849-4684-A60C-1B6F97DC9F15}" type="presParOf" srcId="{8F469E6D-6DC4-4866-AD4C-F6C1D01B8930}" destId="{61A6EFE5-8CB3-41BB-A16A-6550FC6E9405}" srcOrd="9" destOrd="0" presId="urn:microsoft.com/office/officeart/2005/8/layout/vList2"/>
    <dgm:cxn modelId="{7A1AF4D2-3CF3-4918-BAB6-902EAB09CE67}" type="presParOf" srcId="{8F469E6D-6DC4-4866-AD4C-F6C1D01B8930}" destId="{A206A8CD-DA76-4B31-AAB0-30B44C4362A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1E2D63-EEA7-4CC9-8343-5FE5694CA76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E00DE6-49D8-4703-979F-C60AD294C57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b="1" dirty="0">
              <a:latin typeface="Arial" panose="020B0604020202020204" pitchFamily="34" charset="0"/>
              <a:cs typeface="Arial" panose="020B0604020202020204" pitchFamily="34" charset="0"/>
            </a:rPr>
            <a:t>Interests- be specific and interesting, be different, unusual or quirky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7124596-0E72-472A-88D1-5D7FBC08EE75}" type="parTrans" cxnId="{65AFCFFA-6BCE-4BAF-BC6C-494204B18646}">
      <dgm:prSet/>
      <dgm:spPr/>
      <dgm:t>
        <a:bodyPr/>
        <a:lstStyle/>
        <a:p>
          <a:endParaRPr lang="en-US"/>
        </a:p>
      </dgm:t>
    </dgm:pt>
    <dgm:pt modelId="{42863C9F-F579-413C-8864-DD1B9A09DFC5}" type="sibTrans" cxnId="{65AFCFFA-6BCE-4BAF-BC6C-494204B18646}">
      <dgm:prSet/>
      <dgm:spPr/>
      <dgm:t>
        <a:bodyPr/>
        <a:lstStyle/>
        <a:p>
          <a:endParaRPr lang="en-US"/>
        </a:p>
      </dgm:t>
    </dgm:pt>
    <dgm:pt modelId="{F1090A30-B7F7-40F9-AC1C-03F5DB89262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>
              <a:latin typeface="Arial" panose="020B0604020202020204" pitchFamily="34" charset="0"/>
              <a:cs typeface="Arial" panose="020B0604020202020204" pitchFamily="34" charset="0"/>
            </a:rPr>
            <a:t>“ I enjoy hiking and have recently completed the 19 km Tongariro crossing.”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F5BF312-8A8A-4C9E-9049-6DDB7493BB54}" type="parTrans" cxnId="{DF96696C-E087-4E6F-9A6E-19EE138F5119}">
      <dgm:prSet/>
      <dgm:spPr/>
      <dgm:t>
        <a:bodyPr/>
        <a:lstStyle/>
        <a:p>
          <a:endParaRPr lang="en-US"/>
        </a:p>
      </dgm:t>
    </dgm:pt>
    <dgm:pt modelId="{383F3313-55B0-4A98-828D-EBAFD7493DB4}" type="sibTrans" cxnId="{DF96696C-E087-4E6F-9A6E-19EE138F5119}">
      <dgm:prSet/>
      <dgm:spPr/>
      <dgm:t>
        <a:bodyPr/>
        <a:lstStyle/>
        <a:p>
          <a:endParaRPr lang="en-US"/>
        </a:p>
      </dgm:t>
    </dgm:pt>
    <dgm:pt modelId="{25133CD0-0B3E-4A23-9B43-C0F94294AEC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“</a:t>
          </a:r>
          <a:r>
            <a:rPr lang="en-GB" b="1" dirty="0">
              <a:latin typeface="Arial" panose="020B0604020202020204" pitchFamily="34" charset="0"/>
              <a:cs typeface="Arial" panose="020B0604020202020204" pitchFamily="34" charset="0"/>
            </a:rPr>
            <a:t>I enjoy reading contemporary science fiction, particularly the work of Iain M. Banks and Michael </a:t>
          </a:r>
          <a:r>
            <a:rPr lang="en-GB" b="1" dirty="0" err="1">
              <a:latin typeface="Arial" panose="020B0604020202020204" pitchFamily="34" charset="0"/>
              <a:cs typeface="Arial" panose="020B0604020202020204" pitchFamily="34" charset="0"/>
            </a:rPr>
            <a:t>Cobley</a:t>
          </a:r>
          <a:r>
            <a:rPr lang="en-GB" b="1" dirty="0">
              <a:latin typeface="Arial" panose="020B0604020202020204" pitchFamily="34" charset="0"/>
              <a:cs typeface="Arial" panose="020B0604020202020204" pitchFamily="34" charset="0"/>
            </a:rPr>
            <a:t>.”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B5B7F2-0355-4E51-B463-CE228CD3F583}" type="parTrans" cxnId="{14638271-DE6B-43E0-B78D-2D669A448648}">
      <dgm:prSet/>
      <dgm:spPr/>
      <dgm:t>
        <a:bodyPr/>
        <a:lstStyle/>
        <a:p>
          <a:endParaRPr lang="en-US"/>
        </a:p>
      </dgm:t>
    </dgm:pt>
    <dgm:pt modelId="{8748A057-B323-4558-9545-C0896307A9F9}" type="sibTrans" cxnId="{14638271-DE6B-43E0-B78D-2D669A448648}">
      <dgm:prSet/>
      <dgm:spPr/>
      <dgm:t>
        <a:bodyPr/>
        <a:lstStyle/>
        <a:p>
          <a:endParaRPr lang="en-US"/>
        </a:p>
      </dgm:t>
    </dgm:pt>
    <dgm:pt modelId="{D48CFF63-88A3-4FD9-94CF-054E80C6A38B}" type="pres">
      <dgm:prSet presAssocID="{331E2D63-EEA7-4CC9-8343-5FE5694CA763}" presName="root" presStyleCnt="0">
        <dgm:presLayoutVars>
          <dgm:dir/>
          <dgm:resizeHandles val="exact"/>
        </dgm:presLayoutVars>
      </dgm:prSet>
      <dgm:spPr/>
    </dgm:pt>
    <dgm:pt modelId="{3CFDB1D6-A408-463B-978A-EA7EA9EF65A6}" type="pres">
      <dgm:prSet presAssocID="{9FE00DE6-49D8-4703-979F-C60AD294C574}" presName="compNode" presStyleCnt="0"/>
      <dgm:spPr/>
    </dgm:pt>
    <dgm:pt modelId="{0DBE0213-88E7-408E-AA71-A5CBC0360C1B}" type="pres">
      <dgm:prSet presAssocID="{9FE00DE6-49D8-4703-979F-C60AD294C574}" presName="bgRect" presStyleLbl="bgShp" presStyleIdx="0" presStyleCnt="3"/>
      <dgm:spPr/>
    </dgm:pt>
    <dgm:pt modelId="{84C00A73-4C5E-4C35-B3AD-09181E238285}" type="pres">
      <dgm:prSet presAssocID="{9FE00DE6-49D8-4703-979F-C60AD294C57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lasses"/>
        </a:ext>
      </dgm:extLst>
    </dgm:pt>
    <dgm:pt modelId="{3FE8B5F8-20D3-40C9-82B3-95954B2B9843}" type="pres">
      <dgm:prSet presAssocID="{9FE00DE6-49D8-4703-979F-C60AD294C574}" presName="spaceRect" presStyleCnt="0"/>
      <dgm:spPr/>
    </dgm:pt>
    <dgm:pt modelId="{7F0881CF-DCD3-43BA-9FC8-301A5440B59C}" type="pres">
      <dgm:prSet presAssocID="{9FE00DE6-49D8-4703-979F-C60AD294C574}" presName="parTx" presStyleLbl="revTx" presStyleIdx="0" presStyleCnt="3">
        <dgm:presLayoutVars>
          <dgm:chMax val="0"/>
          <dgm:chPref val="0"/>
        </dgm:presLayoutVars>
      </dgm:prSet>
      <dgm:spPr/>
    </dgm:pt>
    <dgm:pt modelId="{7F651F7F-5939-4DE9-AB79-FA33316D4066}" type="pres">
      <dgm:prSet presAssocID="{42863C9F-F579-413C-8864-DD1B9A09DFC5}" presName="sibTrans" presStyleCnt="0"/>
      <dgm:spPr/>
    </dgm:pt>
    <dgm:pt modelId="{B2957288-B86A-4E4C-97BA-6BCAE989C4CF}" type="pres">
      <dgm:prSet presAssocID="{F1090A30-B7F7-40F9-AC1C-03F5DB892628}" presName="compNode" presStyleCnt="0"/>
      <dgm:spPr/>
    </dgm:pt>
    <dgm:pt modelId="{E68EEBA9-4186-4B0A-AA42-9CD7C94C70CA}" type="pres">
      <dgm:prSet presAssocID="{F1090A30-B7F7-40F9-AC1C-03F5DB892628}" presName="bgRect" presStyleLbl="bgShp" presStyleIdx="1" presStyleCnt="3"/>
      <dgm:spPr/>
    </dgm:pt>
    <dgm:pt modelId="{36A85A0B-1E6F-485E-878E-8E40DB6DB8D5}" type="pres">
      <dgm:prSet presAssocID="{F1090A30-B7F7-40F9-AC1C-03F5DB89262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ke"/>
        </a:ext>
      </dgm:extLst>
    </dgm:pt>
    <dgm:pt modelId="{EA3C6C13-BE11-4A06-9DF6-EF2B7B638203}" type="pres">
      <dgm:prSet presAssocID="{F1090A30-B7F7-40F9-AC1C-03F5DB892628}" presName="spaceRect" presStyleCnt="0"/>
      <dgm:spPr/>
    </dgm:pt>
    <dgm:pt modelId="{4D450333-EE1E-4EC8-AA85-CF53C905FE30}" type="pres">
      <dgm:prSet presAssocID="{F1090A30-B7F7-40F9-AC1C-03F5DB892628}" presName="parTx" presStyleLbl="revTx" presStyleIdx="1" presStyleCnt="3">
        <dgm:presLayoutVars>
          <dgm:chMax val="0"/>
          <dgm:chPref val="0"/>
        </dgm:presLayoutVars>
      </dgm:prSet>
      <dgm:spPr/>
    </dgm:pt>
    <dgm:pt modelId="{3A2C88A6-E4AE-48BC-B8A6-1E7595DA76E6}" type="pres">
      <dgm:prSet presAssocID="{383F3313-55B0-4A98-828D-EBAFD7493DB4}" presName="sibTrans" presStyleCnt="0"/>
      <dgm:spPr/>
    </dgm:pt>
    <dgm:pt modelId="{9EC963E6-9A0E-4001-89F2-0F23CAFD75CC}" type="pres">
      <dgm:prSet presAssocID="{25133CD0-0B3E-4A23-9B43-C0F94294AEC9}" presName="compNode" presStyleCnt="0"/>
      <dgm:spPr/>
    </dgm:pt>
    <dgm:pt modelId="{18186721-563E-4B4F-BBD5-82B615A48F6C}" type="pres">
      <dgm:prSet presAssocID="{25133CD0-0B3E-4A23-9B43-C0F94294AEC9}" presName="bgRect" presStyleLbl="bgShp" presStyleIdx="2" presStyleCnt="3"/>
      <dgm:spPr/>
    </dgm:pt>
    <dgm:pt modelId="{048359A9-6A8B-4B7A-AEAA-B0D8D4F054C2}" type="pres">
      <dgm:prSet presAssocID="{25133CD0-0B3E-4A23-9B43-C0F94294AEC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9D138A68-DA2E-458B-9A6F-41B94493CCA1}" type="pres">
      <dgm:prSet presAssocID="{25133CD0-0B3E-4A23-9B43-C0F94294AEC9}" presName="spaceRect" presStyleCnt="0"/>
      <dgm:spPr/>
    </dgm:pt>
    <dgm:pt modelId="{9B1F933A-6BA5-44B0-BE5A-362E60D59043}" type="pres">
      <dgm:prSet presAssocID="{25133CD0-0B3E-4A23-9B43-C0F94294AEC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FC92B30-BD0D-4B79-A355-22DC5864DFD2}" type="presOf" srcId="{F1090A30-B7F7-40F9-AC1C-03F5DB892628}" destId="{4D450333-EE1E-4EC8-AA85-CF53C905FE30}" srcOrd="0" destOrd="0" presId="urn:microsoft.com/office/officeart/2018/2/layout/IconVerticalSolidList"/>
    <dgm:cxn modelId="{BC9BB63F-2325-4995-A36F-48DBC5BD5B9D}" type="presOf" srcId="{9FE00DE6-49D8-4703-979F-C60AD294C574}" destId="{7F0881CF-DCD3-43BA-9FC8-301A5440B59C}" srcOrd="0" destOrd="0" presId="urn:microsoft.com/office/officeart/2018/2/layout/IconVerticalSolidList"/>
    <dgm:cxn modelId="{DF96696C-E087-4E6F-9A6E-19EE138F5119}" srcId="{331E2D63-EEA7-4CC9-8343-5FE5694CA763}" destId="{F1090A30-B7F7-40F9-AC1C-03F5DB892628}" srcOrd="1" destOrd="0" parTransId="{5F5BF312-8A8A-4C9E-9049-6DDB7493BB54}" sibTransId="{383F3313-55B0-4A98-828D-EBAFD7493DB4}"/>
    <dgm:cxn modelId="{14638271-DE6B-43E0-B78D-2D669A448648}" srcId="{331E2D63-EEA7-4CC9-8343-5FE5694CA763}" destId="{25133CD0-0B3E-4A23-9B43-C0F94294AEC9}" srcOrd="2" destOrd="0" parTransId="{2DB5B7F2-0355-4E51-B463-CE228CD3F583}" sibTransId="{8748A057-B323-4558-9545-C0896307A9F9}"/>
    <dgm:cxn modelId="{FF576EC7-D9AE-43AB-90DF-1C73CA763BE4}" type="presOf" srcId="{331E2D63-EEA7-4CC9-8343-5FE5694CA763}" destId="{D48CFF63-88A3-4FD9-94CF-054E80C6A38B}" srcOrd="0" destOrd="0" presId="urn:microsoft.com/office/officeart/2018/2/layout/IconVerticalSolidList"/>
    <dgm:cxn modelId="{02A1D8EC-A84D-423F-BF74-C32676EC6D5A}" type="presOf" srcId="{25133CD0-0B3E-4A23-9B43-C0F94294AEC9}" destId="{9B1F933A-6BA5-44B0-BE5A-362E60D59043}" srcOrd="0" destOrd="0" presId="urn:microsoft.com/office/officeart/2018/2/layout/IconVerticalSolidList"/>
    <dgm:cxn modelId="{65AFCFFA-6BCE-4BAF-BC6C-494204B18646}" srcId="{331E2D63-EEA7-4CC9-8343-5FE5694CA763}" destId="{9FE00DE6-49D8-4703-979F-C60AD294C574}" srcOrd="0" destOrd="0" parTransId="{F7124596-0E72-472A-88D1-5D7FBC08EE75}" sibTransId="{42863C9F-F579-413C-8864-DD1B9A09DFC5}"/>
    <dgm:cxn modelId="{7B7D7C69-2BF3-4AB1-A9B4-200F452842A5}" type="presParOf" srcId="{D48CFF63-88A3-4FD9-94CF-054E80C6A38B}" destId="{3CFDB1D6-A408-463B-978A-EA7EA9EF65A6}" srcOrd="0" destOrd="0" presId="urn:microsoft.com/office/officeart/2018/2/layout/IconVerticalSolidList"/>
    <dgm:cxn modelId="{FA3DD4E1-F64E-4D39-90C7-985BD7E152CE}" type="presParOf" srcId="{3CFDB1D6-A408-463B-978A-EA7EA9EF65A6}" destId="{0DBE0213-88E7-408E-AA71-A5CBC0360C1B}" srcOrd="0" destOrd="0" presId="urn:microsoft.com/office/officeart/2018/2/layout/IconVerticalSolidList"/>
    <dgm:cxn modelId="{2C962B00-5B50-4F47-8F31-2B8A7D6C66B5}" type="presParOf" srcId="{3CFDB1D6-A408-463B-978A-EA7EA9EF65A6}" destId="{84C00A73-4C5E-4C35-B3AD-09181E238285}" srcOrd="1" destOrd="0" presId="urn:microsoft.com/office/officeart/2018/2/layout/IconVerticalSolidList"/>
    <dgm:cxn modelId="{697DD520-8CFC-4791-A9D3-F587C42E7755}" type="presParOf" srcId="{3CFDB1D6-A408-463B-978A-EA7EA9EF65A6}" destId="{3FE8B5F8-20D3-40C9-82B3-95954B2B9843}" srcOrd="2" destOrd="0" presId="urn:microsoft.com/office/officeart/2018/2/layout/IconVerticalSolidList"/>
    <dgm:cxn modelId="{F54E57F1-5D40-4659-97DD-06A67214E409}" type="presParOf" srcId="{3CFDB1D6-A408-463B-978A-EA7EA9EF65A6}" destId="{7F0881CF-DCD3-43BA-9FC8-301A5440B59C}" srcOrd="3" destOrd="0" presId="urn:microsoft.com/office/officeart/2018/2/layout/IconVerticalSolidList"/>
    <dgm:cxn modelId="{224284B3-DF66-4694-B1D4-AEE0B68488AB}" type="presParOf" srcId="{D48CFF63-88A3-4FD9-94CF-054E80C6A38B}" destId="{7F651F7F-5939-4DE9-AB79-FA33316D4066}" srcOrd="1" destOrd="0" presId="urn:microsoft.com/office/officeart/2018/2/layout/IconVerticalSolidList"/>
    <dgm:cxn modelId="{BA33E136-0F0F-4694-BD44-F6A2D029304C}" type="presParOf" srcId="{D48CFF63-88A3-4FD9-94CF-054E80C6A38B}" destId="{B2957288-B86A-4E4C-97BA-6BCAE989C4CF}" srcOrd="2" destOrd="0" presId="urn:microsoft.com/office/officeart/2018/2/layout/IconVerticalSolidList"/>
    <dgm:cxn modelId="{FB71AAD4-1E7E-4878-917E-B77225CD7BDE}" type="presParOf" srcId="{B2957288-B86A-4E4C-97BA-6BCAE989C4CF}" destId="{E68EEBA9-4186-4B0A-AA42-9CD7C94C70CA}" srcOrd="0" destOrd="0" presId="urn:microsoft.com/office/officeart/2018/2/layout/IconVerticalSolidList"/>
    <dgm:cxn modelId="{2D94A282-CF03-43A3-B133-E6287C42345A}" type="presParOf" srcId="{B2957288-B86A-4E4C-97BA-6BCAE989C4CF}" destId="{36A85A0B-1E6F-485E-878E-8E40DB6DB8D5}" srcOrd="1" destOrd="0" presId="urn:microsoft.com/office/officeart/2018/2/layout/IconVerticalSolidList"/>
    <dgm:cxn modelId="{A1A46380-4143-41B0-BB29-845AA4B1475C}" type="presParOf" srcId="{B2957288-B86A-4E4C-97BA-6BCAE989C4CF}" destId="{EA3C6C13-BE11-4A06-9DF6-EF2B7B638203}" srcOrd="2" destOrd="0" presId="urn:microsoft.com/office/officeart/2018/2/layout/IconVerticalSolidList"/>
    <dgm:cxn modelId="{65837F8E-3693-4C7E-B5C6-16D9C03B2B94}" type="presParOf" srcId="{B2957288-B86A-4E4C-97BA-6BCAE989C4CF}" destId="{4D450333-EE1E-4EC8-AA85-CF53C905FE30}" srcOrd="3" destOrd="0" presId="urn:microsoft.com/office/officeart/2018/2/layout/IconVerticalSolidList"/>
    <dgm:cxn modelId="{8428F835-236B-4A71-AFF8-CF5720D92254}" type="presParOf" srcId="{D48CFF63-88A3-4FD9-94CF-054E80C6A38B}" destId="{3A2C88A6-E4AE-48BC-B8A6-1E7595DA76E6}" srcOrd="3" destOrd="0" presId="urn:microsoft.com/office/officeart/2018/2/layout/IconVerticalSolidList"/>
    <dgm:cxn modelId="{6F719EDF-1A13-4489-9052-9AFB07AA3B7D}" type="presParOf" srcId="{D48CFF63-88A3-4FD9-94CF-054E80C6A38B}" destId="{9EC963E6-9A0E-4001-89F2-0F23CAFD75CC}" srcOrd="4" destOrd="0" presId="urn:microsoft.com/office/officeart/2018/2/layout/IconVerticalSolidList"/>
    <dgm:cxn modelId="{14480028-C215-44B9-BDB1-50267B0D358D}" type="presParOf" srcId="{9EC963E6-9A0E-4001-89F2-0F23CAFD75CC}" destId="{18186721-563E-4B4F-BBD5-82B615A48F6C}" srcOrd="0" destOrd="0" presId="urn:microsoft.com/office/officeart/2018/2/layout/IconVerticalSolidList"/>
    <dgm:cxn modelId="{2BF29BA1-4C44-41B2-B4DE-239224A667C0}" type="presParOf" srcId="{9EC963E6-9A0E-4001-89F2-0F23CAFD75CC}" destId="{048359A9-6A8B-4B7A-AEAA-B0D8D4F054C2}" srcOrd="1" destOrd="0" presId="urn:microsoft.com/office/officeart/2018/2/layout/IconVerticalSolidList"/>
    <dgm:cxn modelId="{896583AF-08E7-4065-B985-26CE07127F24}" type="presParOf" srcId="{9EC963E6-9A0E-4001-89F2-0F23CAFD75CC}" destId="{9D138A68-DA2E-458B-9A6F-41B94493CCA1}" srcOrd="2" destOrd="0" presId="urn:microsoft.com/office/officeart/2018/2/layout/IconVerticalSolidList"/>
    <dgm:cxn modelId="{E00677D3-0A45-4B11-A7B3-CF43DF198EB7}" type="presParOf" srcId="{9EC963E6-9A0E-4001-89F2-0F23CAFD75CC}" destId="{9B1F933A-6BA5-44B0-BE5A-362E60D5904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AE0A8-1D6D-4752-A24D-7D08397F6575}">
      <dsp:nvSpPr>
        <dsp:cNvPr id="0" name=""/>
        <dsp:cNvSpPr/>
      </dsp:nvSpPr>
      <dsp:spPr>
        <a:xfrm>
          <a:off x="49099" y="138487"/>
          <a:ext cx="1251664" cy="12516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DD8CCC-F9B3-494F-9036-872601A97EA3}">
      <dsp:nvSpPr>
        <dsp:cNvPr id="0" name=""/>
        <dsp:cNvSpPr/>
      </dsp:nvSpPr>
      <dsp:spPr>
        <a:xfrm>
          <a:off x="311949" y="401336"/>
          <a:ext cx="725965" cy="7259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3F625-2A7F-4A3F-B552-468FE4E7A171}">
      <dsp:nvSpPr>
        <dsp:cNvPr id="0" name=""/>
        <dsp:cNvSpPr/>
      </dsp:nvSpPr>
      <dsp:spPr>
        <a:xfrm>
          <a:off x="1568978" y="138487"/>
          <a:ext cx="2950352" cy="1251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Chronological CV</a:t>
          </a:r>
        </a:p>
      </dsp:txBody>
      <dsp:txXfrm>
        <a:off x="1568978" y="138487"/>
        <a:ext cx="2950352" cy="1251664"/>
      </dsp:txXfrm>
    </dsp:sp>
    <dsp:sp modelId="{ADB4D857-2A05-412E-89D1-D901319F34AC}">
      <dsp:nvSpPr>
        <dsp:cNvPr id="0" name=""/>
        <dsp:cNvSpPr/>
      </dsp:nvSpPr>
      <dsp:spPr>
        <a:xfrm>
          <a:off x="5033406" y="138487"/>
          <a:ext cx="1251664" cy="12516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E1CA46-FE78-4355-BACD-BF87CCE99796}">
      <dsp:nvSpPr>
        <dsp:cNvPr id="0" name=""/>
        <dsp:cNvSpPr/>
      </dsp:nvSpPr>
      <dsp:spPr>
        <a:xfrm>
          <a:off x="5296256" y="401336"/>
          <a:ext cx="725965" cy="7259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D452C-E89A-4039-B1E0-BD02C82F8E14}">
      <dsp:nvSpPr>
        <dsp:cNvPr id="0" name=""/>
        <dsp:cNvSpPr/>
      </dsp:nvSpPr>
      <dsp:spPr>
        <a:xfrm>
          <a:off x="6553285" y="138487"/>
          <a:ext cx="2950352" cy="1251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Skills-based CV</a:t>
          </a:r>
        </a:p>
      </dsp:txBody>
      <dsp:txXfrm>
        <a:off x="6553285" y="138487"/>
        <a:ext cx="2950352" cy="1251664"/>
      </dsp:txXfrm>
    </dsp:sp>
    <dsp:sp modelId="{809B5061-8A1C-4AAD-9D9D-0085D7246C56}">
      <dsp:nvSpPr>
        <dsp:cNvPr id="0" name=""/>
        <dsp:cNvSpPr/>
      </dsp:nvSpPr>
      <dsp:spPr>
        <a:xfrm>
          <a:off x="49099" y="1959611"/>
          <a:ext cx="1251664" cy="12516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3CCECC-F0C4-4FF8-977D-F38E94652351}">
      <dsp:nvSpPr>
        <dsp:cNvPr id="0" name=""/>
        <dsp:cNvSpPr/>
      </dsp:nvSpPr>
      <dsp:spPr>
        <a:xfrm>
          <a:off x="311949" y="2222460"/>
          <a:ext cx="725965" cy="7259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0FE113-AAE6-419C-87E9-08146F430903}">
      <dsp:nvSpPr>
        <dsp:cNvPr id="0" name=""/>
        <dsp:cNvSpPr/>
      </dsp:nvSpPr>
      <dsp:spPr>
        <a:xfrm>
          <a:off x="1568978" y="1959611"/>
          <a:ext cx="2950352" cy="1251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Academic</a:t>
          </a:r>
        </a:p>
      </dsp:txBody>
      <dsp:txXfrm>
        <a:off x="1568978" y="1959611"/>
        <a:ext cx="2950352" cy="1251664"/>
      </dsp:txXfrm>
    </dsp:sp>
    <dsp:sp modelId="{2B95B64C-3EA4-49F6-9750-74720B1C4B9F}">
      <dsp:nvSpPr>
        <dsp:cNvPr id="0" name=""/>
        <dsp:cNvSpPr/>
      </dsp:nvSpPr>
      <dsp:spPr>
        <a:xfrm>
          <a:off x="5033406" y="1959611"/>
          <a:ext cx="1251664" cy="12516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75E57C-2555-4439-8116-3FA6B6E955F6}">
      <dsp:nvSpPr>
        <dsp:cNvPr id="0" name=""/>
        <dsp:cNvSpPr/>
      </dsp:nvSpPr>
      <dsp:spPr>
        <a:xfrm>
          <a:off x="5296256" y="2222460"/>
          <a:ext cx="725965" cy="72596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B77EE-592D-495A-8D14-EAE051417291}">
      <dsp:nvSpPr>
        <dsp:cNvPr id="0" name=""/>
        <dsp:cNvSpPr/>
      </dsp:nvSpPr>
      <dsp:spPr>
        <a:xfrm>
          <a:off x="6553285" y="1959611"/>
          <a:ext cx="2950352" cy="1251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Creative</a:t>
          </a:r>
        </a:p>
      </dsp:txBody>
      <dsp:txXfrm>
        <a:off x="6553285" y="1959611"/>
        <a:ext cx="2950352" cy="1251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953BFF-BEF9-4044-8C59-07B32BCAEE89}">
      <dsp:nvSpPr>
        <dsp:cNvPr id="0" name=""/>
        <dsp:cNvSpPr/>
      </dsp:nvSpPr>
      <dsp:spPr>
        <a:xfrm>
          <a:off x="141798" y="2721"/>
          <a:ext cx="2896606" cy="1737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Clearly evidence your suitability for the role</a:t>
          </a:r>
        </a:p>
      </dsp:txBody>
      <dsp:txXfrm>
        <a:off x="141798" y="2721"/>
        <a:ext cx="2896606" cy="1737963"/>
      </dsp:txXfrm>
    </dsp:sp>
    <dsp:sp modelId="{EF738869-3493-4135-9FB1-F01B4755D7D2}">
      <dsp:nvSpPr>
        <dsp:cNvPr id="0" name=""/>
        <dsp:cNvSpPr/>
      </dsp:nvSpPr>
      <dsp:spPr>
        <a:xfrm>
          <a:off x="3328065" y="2721"/>
          <a:ext cx="2896606" cy="1737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Demonstrate </a:t>
          </a:r>
          <a:r>
            <a:rPr lang="en-US" sz="2400" u="sng" kern="1200" dirty="0">
              <a:latin typeface="Arial" panose="020B0604020202020204" pitchFamily="34" charset="0"/>
              <a:cs typeface="Arial" panose="020B0604020202020204" pitchFamily="34" charset="0"/>
            </a:rPr>
            <a:t>how 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and </a:t>
          </a:r>
          <a:r>
            <a:rPr lang="en-US" sz="2400" u="sng" kern="1200" dirty="0">
              <a:latin typeface="Arial" panose="020B0604020202020204" pitchFamily="34" charset="0"/>
              <a:cs typeface="Arial" panose="020B0604020202020204" pitchFamily="34" charset="0"/>
            </a:rPr>
            <a:t>where</a:t>
          </a: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 you developed transferable skills</a:t>
          </a:r>
        </a:p>
      </dsp:txBody>
      <dsp:txXfrm>
        <a:off x="3328065" y="2721"/>
        <a:ext cx="2896606" cy="1737963"/>
      </dsp:txXfrm>
    </dsp:sp>
    <dsp:sp modelId="{20E5D9E7-40C9-4C0F-A776-493DFB24600A}">
      <dsp:nvSpPr>
        <dsp:cNvPr id="0" name=""/>
        <dsp:cNvSpPr/>
      </dsp:nvSpPr>
      <dsp:spPr>
        <a:xfrm>
          <a:off x="6514332" y="2721"/>
          <a:ext cx="2896606" cy="1737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Tailor your CV to the role and </a:t>
          </a:r>
          <a:r>
            <a:rPr lang="en-US" sz="2400" kern="1200" dirty="0" err="1">
              <a:latin typeface="Arial" panose="020B0604020202020204" pitchFamily="34" charset="0"/>
              <a:cs typeface="Arial" panose="020B0604020202020204" pitchFamily="34" charset="0"/>
            </a:rPr>
            <a:t>organisation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514332" y="2721"/>
        <a:ext cx="2896606" cy="1737963"/>
      </dsp:txXfrm>
    </dsp:sp>
    <dsp:sp modelId="{540332A4-2378-4883-8EBF-3FEA3D561F2F}">
      <dsp:nvSpPr>
        <dsp:cNvPr id="0" name=""/>
        <dsp:cNvSpPr/>
      </dsp:nvSpPr>
      <dsp:spPr>
        <a:xfrm>
          <a:off x="141798" y="2030346"/>
          <a:ext cx="2896606" cy="1737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Concise and consistent layout, good spacing and avoid bulky text</a:t>
          </a:r>
        </a:p>
      </dsp:txBody>
      <dsp:txXfrm>
        <a:off x="141798" y="2030346"/>
        <a:ext cx="2896606" cy="1737963"/>
      </dsp:txXfrm>
    </dsp:sp>
    <dsp:sp modelId="{2DD2085C-5ECA-48AA-BB6E-63ACC6F265CF}">
      <dsp:nvSpPr>
        <dsp:cNvPr id="0" name=""/>
        <dsp:cNvSpPr/>
      </dsp:nvSpPr>
      <dsp:spPr>
        <a:xfrm>
          <a:off x="3328065" y="2030346"/>
          <a:ext cx="2896606" cy="1737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Perfect spelling and grammar </a:t>
          </a:r>
        </a:p>
      </dsp:txBody>
      <dsp:txXfrm>
        <a:off x="3328065" y="2030346"/>
        <a:ext cx="2896606" cy="1737963"/>
      </dsp:txXfrm>
    </dsp:sp>
    <dsp:sp modelId="{288BBF5B-1639-4214-9855-13D5D51AF223}">
      <dsp:nvSpPr>
        <dsp:cNvPr id="0" name=""/>
        <dsp:cNvSpPr/>
      </dsp:nvSpPr>
      <dsp:spPr>
        <a:xfrm>
          <a:off x="6514332" y="2030346"/>
          <a:ext cx="2896606" cy="1737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Professional email address </a:t>
          </a:r>
        </a:p>
      </dsp:txBody>
      <dsp:txXfrm>
        <a:off x="6514332" y="2030346"/>
        <a:ext cx="2896606" cy="17379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F3E8D4-1B65-4414-9C29-37675E308E3C}">
      <dsp:nvSpPr>
        <dsp:cNvPr id="0" name=""/>
        <dsp:cNvSpPr/>
      </dsp:nvSpPr>
      <dsp:spPr>
        <a:xfrm>
          <a:off x="488933" y="1451128"/>
          <a:ext cx="798925" cy="7989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41DBC-F42B-477A-BEF0-1CD9EFD3ACD4}">
      <dsp:nvSpPr>
        <dsp:cNvPr id="0" name=""/>
        <dsp:cNvSpPr/>
      </dsp:nvSpPr>
      <dsp:spPr>
        <a:xfrm>
          <a:off x="700" y="2798347"/>
          <a:ext cx="1775390" cy="2308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Research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- Research the employer and role thoroughly</a:t>
          </a:r>
        </a:p>
      </dsp:txBody>
      <dsp:txXfrm>
        <a:off x="700" y="2798347"/>
        <a:ext cx="1775390" cy="2308007"/>
      </dsp:txXfrm>
    </dsp:sp>
    <dsp:sp modelId="{3A58E7F9-5EE7-489D-99A4-B76CFC7F4DCE}">
      <dsp:nvSpPr>
        <dsp:cNvPr id="0" name=""/>
        <dsp:cNvSpPr/>
      </dsp:nvSpPr>
      <dsp:spPr>
        <a:xfrm>
          <a:off x="2575017" y="1451128"/>
          <a:ext cx="798925" cy="7989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280852-EDAD-464C-ADEE-B7A9A0839523}">
      <dsp:nvSpPr>
        <dsp:cNvPr id="0" name=""/>
        <dsp:cNvSpPr/>
      </dsp:nvSpPr>
      <dsp:spPr>
        <a:xfrm>
          <a:off x="2086784" y="2798347"/>
          <a:ext cx="1775390" cy="2308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Demonstrate- 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Demonstrate how and where you developed the skills and attributes required by the employer</a:t>
          </a:r>
        </a:p>
      </dsp:txBody>
      <dsp:txXfrm>
        <a:off x="2086784" y="2798347"/>
        <a:ext cx="1775390" cy="2308007"/>
      </dsp:txXfrm>
    </dsp:sp>
    <dsp:sp modelId="{6CF0E62B-0756-44E5-9906-9ED898453C08}">
      <dsp:nvSpPr>
        <dsp:cNvPr id="0" name=""/>
        <dsp:cNvSpPr/>
      </dsp:nvSpPr>
      <dsp:spPr>
        <a:xfrm>
          <a:off x="4661101" y="1451128"/>
          <a:ext cx="798925" cy="7989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18784-1904-497C-B6AD-746616BB2A77}">
      <dsp:nvSpPr>
        <dsp:cNvPr id="0" name=""/>
        <dsp:cNvSpPr/>
      </dsp:nvSpPr>
      <dsp:spPr>
        <a:xfrm>
          <a:off x="4172868" y="2798347"/>
          <a:ext cx="1775390" cy="2308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Show- 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Show relevant, individual subject units (with strong grades) at degree level</a:t>
          </a:r>
        </a:p>
      </dsp:txBody>
      <dsp:txXfrm>
        <a:off x="4172868" y="2798347"/>
        <a:ext cx="1775390" cy="2308007"/>
      </dsp:txXfrm>
    </dsp:sp>
    <dsp:sp modelId="{774D390D-518F-400E-BA32-29B214362879}">
      <dsp:nvSpPr>
        <dsp:cNvPr id="0" name=""/>
        <dsp:cNvSpPr/>
      </dsp:nvSpPr>
      <dsp:spPr>
        <a:xfrm>
          <a:off x="6747185" y="1451128"/>
          <a:ext cx="798925" cy="7989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238F6-D992-4D93-ACB8-6675072BDD1D}">
      <dsp:nvSpPr>
        <dsp:cNvPr id="0" name=""/>
        <dsp:cNvSpPr/>
      </dsp:nvSpPr>
      <dsp:spPr>
        <a:xfrm>
          <a:off x="6258952" y="2798347"/>
          <a:ext cx="1775390" cy="2308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Show- 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Show relevant projects, dissertations, assignments or other activities at degree level</a:t>
          </a:r>
        </a:p>
      </dsp:txBody>
      <dsp:txXfrm>
        <a:off x="6258952" y="2798347"/>
        <a:ext cx="1775390" cy="2308007"/>
      </dsp:txXfrm>
    </dsp:sp>
    <dsp:sp modelId="{7F8BF95C-5F99-4084-8A59-649FBD4B9E02}">
      <dsp:nvSpPr>
        <dsp:cNvPr id="0" name=""/>
        <dsp:cNvSpPr/>
      </dsp:nvSpPr>
      <dsp:spPr>
        <a:xfrm>
          <a:off x="8833269" y="1451128"/>
          <a:ext cx="798925" cy="7989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26C8D-B318-4C88-AECE-6B4FD6A0608B}">
      <dsp:nvSpPr>
        <dsp:cNvPr id="0" name=""/>
        <dsp:cNvSpPr/>
      </dsp:nvSpPr>
      <dsp:spPr>
        <a:xfrm>
          <a:off x="8345036" y="2798347"/>
          <a:ext cx="1775390" cy="2308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Show- </a:t>
          </a: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Show any additional or extra-curricular achievements that might be relevant</a:t>
          </a:r>
        </a:p>
      </dsp:txBody>
      <dsp:txXfrm>
        <a:off x="8345036" y="2798347"/>
        <a:ext cx="1775390" cy="23080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5F141D-3AB6-4EE4-8706-419FD8F45149}">
      <dsp:nvSpPr>
        <dsp:cNvPr id="0" name=""/>
        <dsp:cNvSpPr/>
      </dsp:nvSpPr>
      <dsp:spPr>
        <a:xfrm>
          <a:off x="0" y="1471"/>
          <a:ext cx="9552737" cy="6897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Most recent first i.e. reverse chronological </a:t>
          </a:r>
        </a:p>
      </dsp:txBody>
      <dsp:txXfrm>
        <a:off x="33673" y="35144"/>
        <a:ext cx="9485391" cy="622451"/>
      </dsp:txXfrm>
    </dsp:sp>
    <dsp:sp modelId="{E6DDA106-D107-4C12-B079-5BA6304A929B}">
      <dsp:nvSpPr>
        <dsp:cNvPr id="0" name=""/>
        <dsp:cNvSpPr/>
      </dsp:nvSpPr>
      <dsp:spPr>
        <a:xfrm>
          <a:off x="0" y="702153"/>
          <a:ext cx="9552737" cy="6897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rial" panose="020B0604020202020204" pitchFamily="34" charset="0"/>
              <a:cs typeface="Arial" panose="020B0604020202020204" pitchFamily="34" charset="0"/>
            </a:rPr>
            <a:t>Develop the degree section: relevant, subject units, project work, assignments etc.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673" y="735826"/>
        <a:ext cx="9485391" cy="622451"/>
      </dsp:txXfrm>
    </dsp:sp>
    <dsp:sp modelId="{2A7AFE6E-2722-429E-8574-20AF92A85A30}">
      <dsp:nvSpPr>
        <dsp:cNvPr id="0" name=""/>
        <dsp:cNvSpPr/>
      </dsp:nvSpPr>
      <dsp:spPr>
        <a:xfrm>
          <a:off x="0" y="1402835"/>
          <a:ext cx="9552737" cy="6897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rial" panose="020B0604020202020204" pitchFamily="34" charset="0"/>
              <a:cs typeface="Arial" panose="020B0604020202020204" pitchFamily="34" charset="0"/>
            </a:rPr>
            <a:t>Individual A levels, best grades first 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673" y="1436508"/>
        <a:ext cx="9485391" cy="622451"/>
      </dsp:txXfrm>
    </dsp:sp>
    <dsp:sp modelId="{6F794055-3A21-4191-B435-6A32471D486C}">
      <dsp:nvSpPr>
        <dsp:cNvPr id="0" name=""/>
        <dsp:cNvSpPr/>
      </dsp:nvSpPr>
      <dsp:spPr>
        <a:xfrm>
          <a:off x="0" y="2103516"/>
          <a:ext cx="9552737" cy="6897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rial" panose="020B0604020202020204" pitchFamily="34" charset="0"/>
              <a:cs typeface="Arial" panose="020B0604020202020204" pitchFamily="34" charset="0"/>
            </a:rPr>
            <a:t>BTEC: Write out Distinction, Merit etc.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673" y="2137189"/>
        <a:ext cx="9485391" cy="622451"/>
      </dsp:txXfrm>
    </dsp:sp>
    <dsp:sp modelId="{2D98B8AD-FE9C-4C86-AD1D-577064DCADB8}">
      <dsp:nvSpPr>
        <dsp:cNvPr id="0" name=""/>
        <dsp:cNvSpPr/>
      </dsp:nvSpPr>
      <dsp:spPr>
        <a:xfrm>
          <a:off x="0" y="2804198"/>
          <a:ext cx="9552737" cy="6897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rial" panose="020B0604020202020204" pitchFamily="34" charset="0"/>
              <a:cs typeface="Arial" panose="020B0604020202020204" pitchFamily="34" charset="0"/>
            </a:rPr>
            <a:t>GCSEs- one line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673" y="2837871"/>
        <a:ext cx="9485391" cy="622451"/>
      </dsp:txXfrm>
    </dsp:sp>
    <dsp:sp modelId="{A206A8CD-DA76-4B31-AAB0-30B44C4362A0}">
      <dsp:nvSpPr>
        <dsp:cNvPr id="0" name=""/>
        <dsp:cNvSpPr/>
      </dsp:nvSpPr>
      <dsp:spPr>
        <a:xfrm>
          <a:off x="0" y="3504879"/>
          <a:ext cx="9552737" cy="6897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rial" panose="020B0604020202020204" pitchFamily="34" charset="0"/>
              <a:cs typeface="Arial" panose="020B0604020202020204" pitchFamily="34" charset="0"/>
            </a:rPr>
            <a:t>Other Achievements e.g. Staff-Student Committee, Prefect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673" y="3538552"/>
        <a:ext cx="9485391" cy="6224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BE0213-88E7-408E-AA71-A5CBC0360C1B}">
      <dsp:nvSpPr>
        <dsp:cNvPr id="0" name=""/>
        <dsp:cNvSpPr/>
      </dsp:nvSpPr>
      <dsp:spPr>
        <a:xfrm>
          <a:off x="0" y="428"/>
          <a:ext cx="9552737" cy="10022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C00A73-4C5E-4C35-B3AD-09181E238285}">
      <dsp:nvSpPr>
        <dsp:cNvPr id="0" name=""/>
        <dsp:cNvSpPr/>
      </dsp:nvSpPr>
      <dsp:spPr>
        <a:xfrm>
          <a:off x="303173" y="225929"/>
          <a:ext cx="551225" cy="5512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881CF-DCD3-43BA-9FC8-301A5440B59C}">
      <dsp:nvSpPr>
        <dsp:cNvPr id="0" name=""/>
        <dsp:cNvSpPr/>
      </dsp:nvSpPr>
      <dsp:spPr>
        <a:xfrm>
          <a:off x="1157572" y="428"/>
          <a:ext cx="8395164" cy="1002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069" tIns="106069" rIns="106069" bIns="10606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latin typeface="Arial" panose="020B0604020202020204" pitchFamily="34" charset="0"/>
              <a:cs typeface="Arial" panose="020B0604020202020204" pitchFamily="34" charset="0"/>
            </a:rPr>
            <a:t>Interests- be specific and interesting, be different, unusual or quirky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57572" y="428"/>
        <a:ext cx="8395164" cy="1002227"/>
      </dsp:txXfrm>
    </dsp:sp>
    <dsp:sp modelId="{E68EEBA9-4186-4B0A-AA42-9CD7C94C70CA}">
      <dsp:nvSpPr>
        <dsp:cNvPr id="0" name=""/>
        <dsp:cNvSpPr/>
      </dsp:nvSpPr>
      <dsp:spPr>
        <a:xfrm>
          <a:off x="0" y="1253212"/>
          <a:ext cx="9552737" cy="10022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A85A0B-1E6F-485E-878E-8E40DB6DB8D5}">
      <dsp:nvSpPr>
        <dsp:cNvPr id="0" name=""/>
        <dsp:cNvSpPr/>
      </dsp:nvSpPr>
      <dsp:spPr>
        <a:xfrm>
          <a:off x="303173" y="1478713"/>
          <a:ext cx="551225" cy="5512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450333-EE1E-4EC8-AA85-CF53C905FE30}">
      <dsp:nvSpPr>
        <dsp:cNvPr id="0" name=""/>
        <dsp:cNvSpPr/>
      </dsp:nvSpPr>
      <dsp:spPr>
        <a:xfrm>
          <a:off x="1157572" y="1253212"/>
          <a:ext cx="8395164" cy="1002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069" tIns="106069" rIns="106069" bIns="106069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latin typeface="Arial" panose="020B0604020202020204" pitchFamily="34" charset="0"/>
              <a:cs typeface="Arial" panose="020B0604020202020204" pitchFamily="34" charset="0"/>
            </a:rPr>
            <a:t>“ I enjoy hiking and have recently completed the 19 km Tongariro crossing.”</a:t>
          </a:r>
          <a:endParaRPr lang="en-US" sz="2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57572" y="1253212"/>
        <a:ext cx="8395164" cy="1002227"/>
      </dsp:txXfrm>
    </dsp:sp>
    <dsp:sp modelId="{18186721-563E-4B4F-BBD5-82B615A48F6C}">
      <dsp:nvSpPr>
        <dsp:cNvPr id="0" name=""/>
        <dsp:cNvSpPr/>
      </dsp:nvSpPr>
      <dsp:spPr>
        <a:xfrm>
          <a:off x="0" y="2505997"/>
          <a:ext cx="9552737" cy="10022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8359A9-6A8B-4B7A-AEAA-B0D8D4F054C2}">
      <dsp:nvSpPr>
        <dsp:cNvPr id="0" name=""/>
        <dsp:cNvSpPr/>
      </dsp:nvSpPr>
      <dsp:spPr>
        <a:xfrm>
          <a:off x="303173" y="2731498"/>
          <a:ext cx="551225" cy="5512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F933A-6BA5-44B0-BE5A-362E60D59043}">
      <dsp:nvSpPr>
        <dsp:cNvPr id="0" name=""/>
        <dsp:cNvSpPr/>
      </dsp:nvSpPr>
      <dsp:spPr>
        <a:xfrm>
          <a:off x="1157572" y="2505997"/>
          <a:ext cx="8395164" cy="1002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069" tIns="106069" rIns="106069" bIns="106069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“</a:t>
          </a:r>
          <a:r>
            <a:rPr lang="en-GB" sz="2300" b="1" kern="1200" dirty="0">
              <a:latin typeface="Arial" panose="020B0604020202020204" pitchFamily="34" charset="0"/>
              <a:cs typeface="Arial" panose="020B0604020202020204" pitchFamily="34" charset="0"/>
            </a:rPr>
            <a:t>I enjoy reading contemporary science fiction, particularly the work of Iain M. Banks and Michael </a:t>
          </a:r>
          <a:r>
            <a:rPr lang="en-GB" sz="2300" b="1" kern="1200" dirty="0" err="1">
              <a:latin typeface="Arial" panose="020B0604020202020204" pitchFamily="34" charset="0"/>
              <a:cs typeface="Arial" panose="020B0604020202020204" pitchFamily="34" charset="0"/>
            </a:rPr>
            <a:t>Cobley</a:t>
          </a:r>
          <a:r>
            <a:rPr lang="en-GB" sz="2300" b="1" kern="1200" dirty="0">
              <a:latin typeface="Arial" panose="020B0604020202020204" pitchFamily="34" charset="0"/>
              <a:cs typeface="Arial" panose="020B0604020202020204" pitchFamily="34" charset="0"/>
            </a:rPr>
            <a:t>.”</a:t>
          </a:r>
          <a:endParaRPr lang="en-US" sz="2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57572" y="2505997"/>
        <a:ext cx="8395164" cy="10022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0075A-CD5E-4E81-BE0D-6C3BCDC83F37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40894-F7AC-4E94-90BC-A3C0ED03DB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00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Another sample CV to show what the finished article MIGHT  look like.  Discussion about the 2 types</a:t>
            </a:r>
            <a:r>
              <a:rPr lang="en-GB" baseline="0" dirty="0"/>
              <a:t> of CV, similarities, differences, preferences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08C66-3F62-484B-B60D-4B8058B9AF7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3203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NOT TO DO IT.  Discussion around</a:t>
            </a:r>
            <a:r>
              <a:rPr lang="en-GB" baseline="0" dirty="0"/>
              <a:t> this.  Better version on next slide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08C66-3F62-484B-B60D-4B8058B9AF7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4089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aseline="0" dirty="0"/>
          </a:p>
          <a:p>
            <a:r>
              <a:rPr lang="en-GB" baseline="0" dirty="0"/>
              <a:t>Better version on the right.  More emphasis skills, achievements.  Can use STAR here…  Flick to next slide and see notes for talking point.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08C66-3F62-484B-B60D-4B8058B9AF7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302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0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5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294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5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58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378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43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57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5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18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EB8C0-1A59-42E1-AE2D-F00BCE6689A0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4274-8A04-4CEB-A5AB-68D5F59A8E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1221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EB8C0-1A59-42E1-AE2D-F00BCE6689A0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4274-8A04-4CEB-A5AB-68D5F59A8E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250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EB8C0-1A59-42E1-AE2D-F00BCE6689A0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4274-8A04-4CEB-A5AB-68D5F59A8E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6777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EB8C0-1A59-42E1-AE2D-F00BCE6689A0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4274-8A04-4CEB-A5AB-68D5F59A8E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747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EB8C0-1A59-42E1-AE2D-F00BCE6689A0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4274-8A04-4CEB-A5AB-68D5F59A8E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62741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EB8C0-1A59-42E1-AE2D-F00BCE6689A0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4274-8A04-4CEB-A5AB-68D5F59A8E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62019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EB8C0-1A59-42E1-AE2D-F00BCE6689A0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4274-8A04-4CEB-A5AB-68D5F59A8E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59815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EB8C0-1A59-42E1-AE2D-F00BCE6689A0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4274-8A04-4CEB-A5AB-68D5F59A8E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65631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EB8C0-1A59-42E1-AE2D-F00BCE6689A0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4274-8A04-4CEB-A5AB-68D5F59A8E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25472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EB8C0-1A59-42E1-AE2D-F00BCE6689A0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4274-8A04-4CEB-A5AB-68D5F59A8E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54538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EB8C0-1A59-42E1-AE2D-F00BCE6689A0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14274-8A04-4CEB-A5AB-68D5F59A8E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82614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A57E-ACB0-7C48-8BD7-0D2D54FAA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63880-B7B0-784C-8BEA-147A22F64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2B103-4BFE-0B4E-8704-A0B275ED8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9B2C-8D8C-FA4C-88FD-68A02A85FCCB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3929E-561E-0A42-849C-205B57EE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255DF-73AD-DE4C-9EB3-4B347A4DE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F52A-480D-754C-9B5D-FFDB265253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7911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C8E43-1E14-E34C-81DE-D351DFDB0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062DF-FF82-D749-A6F2-93931F946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A7790-FB3B-5F40-BE6C-314ED1D3B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9B2C-8D8C-FA4C-88FD-68A02A85FCCB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9F53B-CB8D-BA4C-9DA6-981055AC7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45500-0CCD-3C4C-A942-8C7375AFC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F52A-480D-754C-9B5D-FFDB265253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3720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039B2-8ACC-AE41-8E73-85612F65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7A66A-9217-CC46-B34F-AD3FA44DA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2F673-04D3-2F43-BCA2-436735583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9B2C-8D8C-FA4C-88FD-68A02A85FCCB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E9AD2-EBC0-6740-8379-E8D3E419A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EA864-5E80-A240-9E24-7A0E7D16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F52A-480D-754C-9B5D-FFDB265253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345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F4143-40FF-2F47-A435-23A7C2144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A4561-4AAF-5A47-B4E1-95C7177CE9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87F7B-568C-4144-90DD-C2FA6A516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B7E9A-18B6-EA44-A513-B45DAEB8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9B2C-8D8C-FA4C-88FD-68A02A85FCCB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D260F-69A2-854E-9089-F8BC8BC49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A6011-1C46-024E-9E51-76875945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F52A-480D-754C-9B5D-FFDB265253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1099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1D46-56EB-6B40-A9A4-5349AE3E4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B7C36-AF20-894B-9F42-8665E5706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E4713-5D8F-AF44-A6B9-485C58491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35489-771E-8A4E-87A1-E341A5D5FF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4BCA7C-2658-FF42-8239-E1987C23DD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2A7923-064B-7040-90FF-12740BEF5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9B2C-8D8C-FA4C-88FD-68A02A85FCCB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F7815E-BAF7-714C-B02F-22E3C4C2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5024C0-920C-6042-A922-BF7BCCC0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F52A-480D-754C-9B5D-FFDB265253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0837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F3AE-615A-7F46-99A4-337CA4C54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12251B-A115-F04F-BC9B-865247B5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9B2C-8D8C-FA4C-88FD-68A02A85FCCB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5026A-9B0A-AD40-A874-2CD059EFB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C36759-FCA6-0B44-B4EA-D6107296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F52A-480D-754C-9B5D-FFDB265253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7260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0D3238-5C3C-8E4C-A51E-04653C6AC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9B2C-8D8C-FA4C-88FD-68A02A85FCCB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2B268-32E9-584A-8BFB-776D5E13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ACA50-29FA-E142-B2BD-15D66F64D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F52A-480D-754C-9B5D-FFDB265253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5852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B0707-93AA-2543-ABEA-E09310EEF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EFAB0-BEAA-694F-B625-A07EC2E1E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442AA-8F66-BB43-9076-59D453709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E021C-E15B-DD43-939E-31CE0275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9B2C-8D8C-FA4C-88FD-68A02A85FCCB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E91EB-737D-5D42-A549-F3C604D6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C44DF-925D-DD48-B704-95D4D520B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F52A-480D-754C-9B5D-FFDB265253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7299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CB89E-65BB-2C43-B4C5-5B0C21640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955888-FE15-AC4C-BC37-DF2E103127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15477-BE6E-D04D-92DF-AEC3037D1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4358C-0959-864E-9D0C-F27F55C12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9B2C-8D8C-FA4C-88FD-68A02A85FCCB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22B4A-8568-EE40-8184-A5435438D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C34D2-FA35-BE49-BE63-6FEF02B6F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F52A-480D-754C-9B5D-FFDB265253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345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A28B7-710A-4B4D-A3A7-6E9AC7417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CDEE0-7C56-314B-A755-14116A319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F5C11-A3F8-A34C-993E-6B92A28E2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9B2C-8D8C-FA4C-88FD-68A02A85FCCB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534C6-8AEF-974C-B72D-DFB64106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8C929-3DF3-3544-8F66-E2CF8E3E2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F52A-480D-754C-9B5D-FFDB265253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489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38BEAD-453A-EF42-AC97-2241D791C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5AECF-EE62-CE46-94CC-3B3D7AC35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B11EA-5454-2C41-AE38-20A73146A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9B2C-8D8C-FA4C-88FD-68A02A85FCCB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C3843-2E59-6641-81FA-88662E2A8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E50D3-A1E7-5E43-8EEA-D3C9C82C7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F52A-480D-754C-9B5D-FFDB265253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6192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90331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74328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21439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33864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48582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71649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99383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13198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33890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03451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62019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795F7-F24B-5786-E65D-5EC7CC984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19B575-7E6F-6360-9045-49F657CB9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8586F-B714-B70A-E739-727769B8D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DC510-0867-4C83-B33F-497B50538F9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078F6-3A38-07F6-479C-3D3F3231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441B-B393-EEE6-E5F2-60A5B5678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A5EB-85C7-4FD9-A1AC-3AB17DC84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63407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B6886-D3C4-24C9-2E53-664F4309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E2AF7-712C-6B58-3DF3-69F838C4E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F0A8-C127-87E7-FC44-8157BD664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DC510-0867-4C83-B33F-497B50538F9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FDE26-DA58-D064-3CD8-409175C65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BC94D-C155-7E81-F97E-10408129B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A5EB-85C7-4FD9-A1AC-3AB17DC84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7578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67856-E898-EFE8-3E62-6B4014677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7DFAC-AC6E-9903-65CD-267C5CC74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C0D54-D427-3D0D-1009-924807F6A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DC510-0867-4C83-B33F-497B50538F9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F98C0-8330-6E19-8619-FD03C3769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6B742-29DA-3983-50B1-FD9D94DDE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A5EB-85C7-4FD9-A1AC-3AB17DC84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59912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F721-A60C-1311-6CB6-102B990AC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B741A-073B-4B82-C818-9BC601ACA6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CE7F7-F392-9CB9-F65B-A0A03EDFD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593AA-39CC-151C-AB7C-045648C3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DC510-0867-4C83-B33F-497B50538F9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7C0C3-1C5A-9A2F-6D5D-3C3AD2796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83CB1-762B-BEAB-610E-79B151872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A5EB-85C7-4FD9-A1AC-3AB17DC84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5306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824E-7835-90E2-61F2-6D54851E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943A6-A2CF-905D-F69B-00F6EEEEE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2F31F2-998E-6349-86B7-3170447F9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5A7925-E74F-CA40-C8D9-D5F833E32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BCDC2-9D4F-FAC9-4990-00549423DB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033873-EBAC-5A04-D6F5-6E162B8E4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DC510-0867-4C83-B33F-497B50538F9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432A00-63B5-CC2F-DC67-DE9261FDC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1C67B8-D826-64AB-7956-8E19C5DF1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A5EB-85C7-4FD9-A1AC-3AB17DC84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4445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D194-7830-30C3-157C-47616B9F9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D8721-72F7-E193-F2B5-B0BC2F6E9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DC510-0867-4C83-B33F-497B50538F9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D299B-B102-FAE3-DA3A-81D90FBD3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4DD9C0-6DBA-A9B4-3CF8-D5393C58D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A5EB-85C7-4FD9-A1AC-3AB17DC84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28554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02C0F-F3C0-6307-FC7D-960250F3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DC510-0867-4C83-B33F-497B50538F9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9CB1F5-C8DB-1246-918E-68A84DFFE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3E990-75DE-D665-E3C5-CB1A2CA5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A5EB-85C7-4FD9-A1AC-3AB17DC84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72477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254E7-AF8F-5AB8-1369-D39DCE117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5EB0C-B9B3-379F-17FF-BC2BB67EE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DDFC8-9D07-613B-1D98-C8B29BD7D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EF213-A7B8-583C-4477-7D9F8576A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DC510-0867-4C83-B33F-497B50538F9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0B43C-82AC-1427-A837-AB6A4148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10879-39BC-7ED9-8CFA-F19FEE29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A5EB-85C7-4FD9-A1AC-3AB17DC84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0350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4DD1-8C77-3FEC-695E-DF29FF137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70ACD6-8279-4C31-30A6-B1036DEA79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667CC-2D3B-A7EF-F5A4-AE3838C51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CA831-2222-50A7-3728-CE2A6CD59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DC510-0867-4C83-B33F-497B50538F9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5C81E-F3AF-7BE2-7486-2B740EEF8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99CED-8503-6302-C76A-E45BB9E30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A5EB-85C7-4FD9-A1AC-3AB17DC84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592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26CF-618A-1F06-DB12-F1248AC30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EAF76-0846-4B50-EE67-D83289BCB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EA32A-C4FC-AD32-C2FD-FB5FF0B4D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DC510-0867-4C83-B33F-497B50538F9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57FE7-38F5-F95C-984D-449A7493A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4B9F2-F7E9-58CA-33C8-916586CB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A5EB-85C7-4FD9-A1AC-3AB17DC84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6407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702F83-AD83-A9CD-CDE8-3DC18A748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CEC5C-9B6D-48CF-0E74-FE32E05EE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CA885-94A6-5879-DBFE-43266A39B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DC510-0867-4C83-B33F-497B50538F9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8CDB4-91A1-77B1-338A-ECA2A564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5303A-836C-63B3-E3A4-8B59E3E1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A5EB-85C7-4FD9-A1AC-3AB17DC84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455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53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EB8C0-1A59-42E1-AE2D-F00BCE6689A0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14274-8A04-4CEB-A5AB-68D5F59A8E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463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A115E5-1106-FD46-8B5C-556D905C0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F3830-964D-8547-825E-21D40643F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3875F-CE41-2945-84CF-F1F37A3131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49B2C-8D8C-FA4C-88FD-68A02A85FCCB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FBA7D-1011-A045-BCA7-5E92CCCEB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2E760-C6B3-754C-AAEF-F52FDAA91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5F52A-480D-754C-9B5D-FFDB265253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47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11/11/2025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729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681C13-7B5B-CA18-A0CE-1438ED636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5F88B-3058-DDF1-FF35-62A1A1FBE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CC488-10E9-7BF5-C177-874C1FCDC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DC510-0867-4C83-B33F-497B50538F9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0832D-53CD-F6E1-E8A3-6D6F6ABBB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FD4AA-5B32-F383-FAA5-700642902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CA5EB-85C7-4FD9-A1AC-3AB17DC84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18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Layout" Target="../slideLayouts/slideLayout46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7.png"/><Relationship Id="rId7" Type="http://schemas.openxmlformats.org/officeDocument/2006/relationships/diagramData" Target="../diagrams/data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4.png"/><Relationship Id="rId11" Type="http://schemas.microsoft.com/office/2007/relationships/diagramDrawing" Target="../diagrams/drawing1.xml"/><Relationship Id="rId5" Type="http://schemas.openxmlformats.org/officeDocument/2006/relationships/image" Target="../media/image5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8.png"/><Relationship Id="rId9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4.png"/><Relationship Id="rId7" Type="http://schemas.openxmlformats.org/officeDocument/2006/relationships/diagramLayout" Target="../diagrams/layout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2.xml"/><Relationship Id="rId5" Type="http://schemas.openxmlformats.org/officeDocument/2006/relationships/image" Target="../media/image8.png"/><Relationship Id="rId10" Type="http://schemas.microsoft.com/office/2007/relationships/diagramDrawing" Target="../diagrams/drawing2.xml"/><Relationship Id="rId4" Type="http://schemas.openxmlformats.org/officeDocument/2006/relationships/image" Target="../media/image18.png"/><Relationship Id="rId9" Type="http://schemas.openxmlformats.org/officeDocument/2006/relationships/diagramColors" Target="../diagrams/colors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image" Target="../media/image4.png"/><Relationship Id="rId7" Type="http://schemas.openxmlformats.org/officeDocument/2006/relationships/diagramLayout" Target="../diagrams/layout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3.xml"/><Relationship Id="rId5" Type="http://schemas.openxmlformats.org/officeDocument/2006/relationships/image" Target="../media/image8.png"/><Relationship Id="rId10" Type="http://schemas.microsoft.com/office/2007/relationships/diagramDrawing" Target="../diagrams/drawing3.xml"/><Relationship Id="rId4" Type="http://schemas.openxmlformats.org/officeDocument/2006/relationships/image" Target="../media/image18.png"/><Relationship Id="rId9" Type="http://schemas.openxmlformats.org/officeDocument/2006/relationships/diagramColors" Target="../diagrams/colors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argetjobs.co.uk/careers-advice/skills-for-getting-a-job/what-are-top-10-skills-thatll-get-you-job-when-you-graduate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4.png"/><Relationship Id="rId7" Type="http://schemas.openxmlformats.org/officeDocument/2006/relationships/diagramLayout" Target="../diagrams/layout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4.xml"/><Relationship Id="rId5" Type="http://schemas.openxmlformats.org/officeDocument/2006/relationships/image" Target="../media/image8.png"/><Relationship Id="rId10" Type="http://schemas.microsoft.com/office/2007/relationships/diagramDrawing" Target="../diagrams/drawing4.xml"/><Relationship Id="rId4" Type="http://schemas.openxmlformats.org/officeDocument/2006/relationships/image" Target="../media/image18.png"/><Relationship Id="rId9" Type="http://schemas.openxmlformats.org/officeDocument/2006/relationships/diagramColors" Target="../diagrams/colors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image" Target="../media/image4.png"/><Relationship Id="rId7" Type="http://schemas.openxmlformats.org/officeDocument/2006/relationships/diagramLayout" Target="../diagrams/layout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5.xml"/><Relationship Id="rId5" Type="http://schemas.openxmlformats.org/officeDocument/2006/relationships/image" Target="../media/image8.png"/><Relationship Id="rId10" Type="http://schemas.microsoft.com/office/2007/relationships/diagramDrawing" Target="../diagrams/drawing5.xml"/><Relationship Id="rId4" Type="http://schemas.openxmlformats.org/officeDocument/2006/relationships/image" Target="../media/image18.png"/><Relationship Id="rId9" Type="http://schemas.openxmlformats.org/officeDocument/2006/relationships/diagramColors" Target="../diagrams/colors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spects.ac.uk/careers-advice/cvs-and-cover-letters" TargetMode="External"/><Relationship Id="rId3" Type="http://schemas.openxmlformats.org/officeDocument/2006/relationships/image" Target="../media/image7.png"/><Relationship Id="rId7" Type="http://schemas.openxmlformats.org/officeDocument/2006/relationships/hyperlink" Target="https://mmu.careercentre.me/u/wb3zlvrq" TargetMode="Externa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Relationship Id="rId6" Type="http://schemas.openxmlformats.org/officeDocument/2006/relationships/hyperlink" Target="https://mmu.careercentre.me/u/16bewdkt" TargetMode="External"/><Relationship Id="rId5" Type="http://schemas.openxmlformats.org/officeDocument/2006/relationships/hyperlink" Target="https://mmu.careercentre.me/u/dfay5822" TargetMode="External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80910">
            <a:off x="9690253" y="-1494399"/>
            <a:ext cx="2748211" cy="2748211"/>
          </a:xfrm>
          <a:custGeom>
            <a:avLst/>
            <a:gdLst/>
            <a:ahLst/>
            <a:cxnLst/>
            <a:rect l="l" t="t" r="r" b="b"/>
            <a:pathLst>
              <a:path w="4122317" h="4122317">
                <a:moveTo>
                  <a:pt x="0" y="0"/>
                </a:moveTo>
                <a:lnTo>
                  <a:pt x="4122317" y="0"/>
                </a:lnTo>
                <a:lnTo>
                  <a:pt x="4122317" y="4122317"/>
                </a:lnTo>
                <a:lnTo>
                  <a:pt x="0" y="4122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6365">
            <a:off x="9334303" y="1571083"/>
            <a:ext cx="2751108" cy="2751108"/>
          </a:xfrm>
          <a:custGeom>
            <a:avLst/>
            <a:gdLst/>
            <a:ahLst/>
            <a:cxnLst/>
            <a:rect l="l" t="t" r="r" b="b"/>
            <a:pathLst>
              <a:path w="4126662" h="4126662">
                <a:moveTo>
                  <a:pt x="0" y="0"/>
                </a:moveTo>
                <a:lnTo>
                  <a:pt x="4126662" y="0"/>
                </a:lnTo>
                <a:lnTo>
                  <a:pt x="4126662" y="4126661"/>
                </a:lnTo>
                <a:lnTo>
                  <a:pt x="0" y="4126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699384" y="4570539"/>
            <a:ext cx="3980447" cy="3980447"/>
          </a:xfrm>
          <a:custGeom>
            <a:avLst/>
            <a:gdLst/>
            <a:ahLst/>
            <a:cxnLst/>
            <a:rect l="l" t="t" r="r" b="b"/>
            <a:pathLst>
              <a:path w="5970671" h="5970671">
                <a:moveTo>
                  <a:pt x="0" y="0"/>
                </a:moveTo>
                <a:lnTo>
                  <a:pt x="5970671" y="0"/>
                </a:lnTo>
                <a:lnTo>
                  <a:pt x="5970671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 descr="Manchester Metropolitan University Logo"/>
          <p:cNvSpPr/>
          <p:nvPr/>
        </p:nvSpPr>
        <p:spPr>
          <a:xfrm>
            <a:off x="685800" y="657935"/>
            <a:ext cx="2458956" cy="940292"/>
          </a:xfrm>
          <a:custGeom>
            <a:avLst/>
            <a:gdLst/>
            <a:ahLst/>
            <a:cxnLst/>
            <a:rect l="l" t="t" r="r" b="b"/>
            <a:pathLst>
              <a:path w="3688434" h="1410438">
                <a:moveTo>
                  <a:pt x="0" y="0"/>
                </a:moveTo>
                <a:lnTo>
                  <a:pt x="3688434" y="0"/>
                </a:lnTo>
                <a:lnTo>
                  <a:pt x="3688434" y="1410438"/>
                </a:lnTo>
                <a:lnTo>
                  <a:pt x="0" y="14104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 descr="Careers Service"/>
          <p:cNvSpPr/>
          <p:nvPr/>
        </p:nvSpPr>
        <p:spPr>
          <a:xfrm>
            <a:off x="9654191" y="5118781"/>
            <a:ext cx="1986403" cy="1191841"/>
          </a:xfrm>
          <a:custGeom>
            <a:avLst/>
            <a:gdLst/>
            <a:ahLst/>
            <a:cxnLst/>
            <a:rect l="l" t="t" r="r" b="b"/>
            <a:pathLst>
              <a:path w="2979604" h="1787762">
                <a:moveTo>
                  <a:pt x="0" y="0"/>
                </a:moveTo>
                <a:lnTo>
                  <a:pt x="2979604" y="0"/>
                </a:lnTo>
                <a:lnTo>
                  <a:pt x="2979604" y="1787762"/>
                </a:lnTo>
                <a:lnTo>
                  <a:pt x="0" y="17877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476391" y="5244503"/>
            <a:ext cx="0" cy="927697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>
            <a:spLocks noGrp="1"/>
          </p:cNvSpPr>
          <p:nvPr>
            <p:ph type="title" idx="4294967295"/>
          </p:nvPr>
        </p:nvSpPr>
        <p:spPr>
          <a:xfrm>
            <a:off x="230820" y="2138381"/>
            <a:ext cx="6075932" cy="95353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8664"/>
              </a:lnSpc>
              <a:spcBef>
                <a:spcPts val="0"/>
              </a:spcBef>
              <a:defRPr/>
            </a:pPr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How to Write a Great CV</a:t>
            </a:r>
            <a:endParaRPr lang="en-US" sz="40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5800" y="3582510"/>
            <a:ext cx="8484832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Nick Touati</a:t>
            </a:r>
          </a:p>
          <a:p>
            <a:pPr algn="l"/>
            <a:endParaRPr lang="en-GB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Careers Consultant</a:t>
            </a:r>
          </a:p>
          <a:p>
            <a:pPr algn="l"/>
            <a:endParaRPr lang="en-GB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Science &amp; Engineering Faculty Careers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69EF-1D74-000B-A60C-248D095B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580" y="1279526"/>
            <a:ext cx="10515600" cy="916920"/>
          </a:xfrm>
        </p:spPr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Go to Menti.com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9EA46-5E69-A026-640F-0CFB3CB4D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580" y="2401479"/>
            <a:ext cx="10515600" cy="414072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Use code </a:t>
            </a:r>
          </a:p>
          <a:p>
            <a:pPr marL="0" indent="0" algn="ctr">
              <a:buNone/>
            </a:pPr>
            <a:endParaRPr lang="en-GB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5380 9352</a:t>
            </a:r>
          </a:p>
        </p:txBody>
      </p:sp>
      <p:sp>
        <p:nvSpPr>
          <p:cNvPr id="6" name="Lightning Bolt 5">
            <a:extLst>
              <a:ext uri="{FF2B5EF4-FFF2-40B4-BE49-F238E27FC236}">
                <a16:creationId xmlns:a16="http://schemas.microsoft.com/office/drawing/2014/main" id="{193FF937-95C0-3166-6B69-3C5C205BEFB8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Lightning Bolt 6">
            <a:extLst>
              <a:ext uri="{FF2B5EF4-FFF2-40B4-BE49-F238E27FC236}">
                <a16:creationId xmlns:a16="http://schemas.microsoft.com/office/drawing/2014/main" id="{4295105E-552B-D396-0381-86FA6A54D350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Lightning Bolt 3">
            <a:extLst>
              <a:ext uri="{FF2B5EF4-FFF2-40B4-BE49-F238E27FC236}">
                <a16:creationId xmlns:a16="http://schemas.microsoft.com/office/drawing/2014/main" id="{5A1E1A99-3723-D892-F70B-ECBE306C7592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Lightning Bolt 4">
            <a:extLst>
              <a:ext uri="{FF2B5EF4-FFF2-40B4-BE49-F238E27FC236}">
                <a16:creationId xmlns:a16="http://schemas.microsoft.com/office/drawing/2014/main" id="{6BCADBFC-1F86-CAF0-935E-7A252B442663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9CB6513F-13C9-4FF0-E8AB-8B13ACA0B30D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BA99A293-F652-2EF6-DDCE-6ACF758F802F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0873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1" y="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FFCD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>
            <a:spLocks noGrp="1"/>
          </p:cNvSpPr>
          <p:nvPr>
            <p:ph type="title" idx="4294967295"/>
          </p:nvPr>
        </p:nvSpPr>
        <p:spPr>
          <a:xfrm>
            <a:off x="1" y="1389592"/>
            <a:ext cx="9553575" cy="1720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How long will an employer spend looking at your CV?</a:t>
            </a:r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80910">
            <a:off x="10775186" y="3992812"/>
            <a:ext cx="1285839" cy="1285839"/>
          </a:xfrm>
          <a:custGeom>
            <a:avLst/>
            <a:gdLst/>
            <a:ahLst/>
            <a:cxnLst/>
            <a:rect l="l" t="t" r="r" b="b"/>
            <a:pathLst>
              <a:path w="1928759" h="1928759">
                <a:moveTo>
                  <a:pt x="0" y="0"/>
                </a:moveTo>
                <a:lnTo>
                  <a:pt x="1928759" y="0"/>
                </a:lnTo>
                <a:lnTo>
                  <a:pt x="1928759" y="1928759"/>
                </a:lnTo>
                <a:lnTo>
                  <a:pt x="0" y="1928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6365">
            <a:off x="10608643" y="5427095"/>
            <a:ext cx="1287195" cy="1287195"/>
          </a:xfrm>
          <a:custGeom>
            <a:avLst/>
            <a:gdLst/>
            <a:ahLst/>
            <a:cxnLst/>
            <a:rect l="l" t="t" r="r" b="b"/>
            <a:pathLst>
              <a:path w="1930792" h="1930792">
                <a:moveTo>
                  <a:pt x="0" y="0"/>
                </a:moveTo>
                <a:lnTo>
                  <a:pt x="1930792" y="0"/>
                </a:lnTo>
                <a:lnTo>
                  <a:pt x="1930792" y="1930792"/>
                </a:lnTo>
                <a:lnTo>
                  <a:pt x="0" y="19307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472375" y="2226238"/>
            <a:ext cx="9552737" cy="370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buNone/>
            </a:pP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A. 15-20 seconds</a:t>
            </a:r>
          </a:p>
          <a:p>
            <a:pPr marL="0" indent="0">
              <a:buNone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B. 5-7 seconds</a:t>
            </a:r>
          </a:p>
          <a:p>
            <a:pPr marL="342900" indent="-342900">
              <a:buAutoNum type="alphaUcPeriod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C. 27-30 seconds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609630">
              <a:lnSpc>
                <a:spcPts val="3267"/>
              </a:lnSpc>
            </a:pPr>
            <a:endParaRPr lang="en-US" sz="2333" dirty="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2" name="Lightning Bolt 11">
            <a:extLst>
              <a:ext uri="{FF2B5EF4-FFF2-40B4-BE49-F238E27FC236}">
                <a16:creationId xmlns:a16="http://schemas.microsoft.com/office/drawing/2014/main" id="{B9B81D99-8E54-CA02-D461-DCAE80A50276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Lightning Bolt 12">
            <a:extLst>
              <a:ext uri="{FF2B5EF4-FFF2-40B4-BE49-F238E27FC236}">
                <a16:creationId xmlns:a16="http://schemas.microsoft.com/office/drawing/2014/main" id="{586944FC-5BA3-4940-CD36-2D44A7E376DC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33A84611-0562-819A-943B-E598763E05FF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Lightning Bolt 14">
            <a:extLst>
              <a:ext uri="{FF2B5EF4-FFF2-40B4-BE49-F238E27FC236}">
                <a16:creationId xmlns:a16="http://schemas.microsoft.com/office/drawing/2014/main" id="{29236A5E-28C8-FBB6-5CBB-38ACD3087C78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Lightning Bolt 15">
            <a:extLst>
              <a:ext uri="{FF2B5EF4-FFF2-40B4-BE49-F238E27FC236}">
                <a16:creationId xmlns:a16="http://schemas.microsoft.com/office/drawing/2014/main" id="{DA9630B8-D7B3-882C-D074-20EB49715A44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Lightning Bolt 16">
            <a:extLst>
              <a:ext uri="{FF2B5EF4-FFF2-40B4-BE49-F238E27FC236}">
                <a16:creationId xmlns:a16="http://schemas.microsoft.com/office/drawing/2014/main" id="{1BE41B55-86E6-B3DC-C0AF-E7180BC848A4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FFCD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>
            <a:spLocks noGrp="1"/>
          </p:cNvSpPr>
          <p:nvPr>
            <p:ph type="title" idx="4294967295"/>
          </p:nvPr>
        </p:nvSpPr>
        <p:spPr>
          <a:xfrm>
            <a:off x="1" y="1389592"/>
            <a:ext cx="9553575" cy="17734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How long will an employer spend looking at your CV?</a:t>
            </a:r>
            <a:endParaRPr lang="en-US" sz="40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80910">
            <a:off x="10775186" y="3992812"/>
            <a:ext cx="1285839" cy="1285839"/>
          </a:xfrm>
          <a:custGeom>
            <a:avLst/>
            <a:gdLst/>
            <a:ahLst/>
            <a:cxnLst/>
            <a:rect l="l" t="t" r="r" b="b"/>
            <a:pathLst>
              <a:path w="1928759" h="1928759">
                <a:moveTo>
                  <a:pt x="0" y="0"/>
                </a:moveTo>
                <a:lnTo>
                  <a:pt x="1928759" y="0"/>
                </a:lnTo>
                <a:lnTo>
                  <a:pt x="1928759" y="1928759"/>
                </a:lnTo>
                <a:lnTo>
                  <a:pt x="0" y="1928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6365">
            <a:off x="10608643" y="5427095"/>
            <a:ext cx="1287195" cy="1287195"/>
          </a:xfrm>
          <a:custGeom>
            <a:avLst/>
            <a:gdLst/>
            <a:ahLst/>
            <a:cxnLst/>
            <a:rect l="l" t="t" r="r" b="b"/>
            <a:pathLst>
              <a:path w="1930792" h="1930792">
                <a:moveTo>
                  <a:pt x="0" y="0"/>
                </a:moveTo>
                <a:lnTo>
                  <a:pt x="1930792" y="0"/>
                </a:lnTo>
                <a:lnTo>
                  <a:pt x="1930792" y="1930792"/>
                </a:lnTo>
                <a:lnTo>
                  <a:pt x="0" y="19307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472375" y="2226238"/>
            <a:ext cx="9552737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buNone/>
            </a:pPr>
            <a:endParaRPr lang="en-GB" sz="2000" b="1" strike="sngStrik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b="1" strike="sngStrik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b="1" strike="sngStrik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b="1" strike="sngStrik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400" b="1" strike="sngStrike" dirty="0">
                <a:latin typeface="Arial" panose="020B0604020202020204" pitchFamily="34" charset="0"/>
                <a:cs typeface="Arial" panose="020B0604020202020204" pitchFamily="34" charset="0"/>
              </a:rPr>
              <a:t>A 15-20 seconds</a:t>
            </a:r>
          </a:p>
          <a:p>
            <a:pPr marL="0" indent="0">
              <a:buNone/>
            </a:pPr>
            <a:endParaRPr lang="en-GB" sz="2400" b="1" strike="sngStrik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5-7 seconds   </a:t>
            </a:r>
          </a:p>
          <a:p>
            <a:pPr marL="0" indent="0">
              <a:buNone/>
            </a:pPr>
            <a:endParaRPr lang="en-GB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400" b="1" strike="sngStrike" dirty="0">
                <a:latin typeface="Arial" panose="020B0604020202020204" pitchFamily="34" charset="0"/>
                <a:cs typeface="Arial" panose="020B0604020202020204" pitchFamily="34" charset="0"/>
              </a:rPr>
              <a:t>C 27-30 seconds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Lightning Bolt 11">
            <a:extLst>
              <a:ext uri="{FF2B5EF4-FFF2-40B4-BE49-F238E27FC236}">
                <a16:creationId xmlns:a16="http://schemas.microsoft.com/office/drawing/2014/main" id="{B9B81D99-8E54-CA02-D461-DCAE80A50276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Lightning Bolt 12">
            <a:extLst>
              <a:ext uri="{FF2B5EF4-FFF2-40B4-BE49-F238E27FC236}">
                <a16:creationId xmlns:a16="http://schemas.microsoft.com/office/drawing/2014/main" id="{586944FC-5BA3-4940-CD36-2D44A7E376DC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33A84611-0562-819A-943B-E598763E05FF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Lightning Bolt 14">
            <a:extLst>
              <a:ext uri="{FF2B5EF4-FFF2-40B4-BE49-F238E27FC236}">
                <a16:creationId xmlns:a16="http://schemas.microsoft.com/office/drawing/2014/main" id="{29236A5E-28C8-FBB6-5CBB-38ACD3087C78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Lightning Bolt 15">
            <a:extLst>
              <a:ext uri="{FF2B5EF4-FFF2-40B4-BE49-F238E27FC236}">
                <a16:creationId xmlns:a16="http://schemas.microsoft.com/office/drawing/2014/main" id="{DA9630B8-D7B3-882C-D074-20EB49715A44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Lightning Bolt 16">
            <a:extLst>
              <a:ext uri="{FF2B5EF4-FFF2-40B4-BE49-F238E27FC236}">
                <a16:creationId xmlns:a16="http://schemas.microsoft.com/office/drawing/2014/main" id="{1BE41B55-86E6-B3DC-C0AF-E7180BC848A4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8982" y="1901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FF6A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9182">
            <a:off x="10795066" y="4007482"/>
            <a:ext cx="1275886" cy="1275886"/>
          </a:xfrm>
          <a:custGeom>
            <a:avLst/>
            <a:gdLst/>
            <a:ahLst/>
            <a:cxnLst/>
            <a:rect l="l" t="t" r="r" b="b"/>
            <a:pathLst>
              <a:path w="1913829" h="1913829">
                <a:moveTo>
                  <a:pt x="0" y="0"/>
                </a:moveTo>
                <a:lnTo>
                  <a:pt x="1913828" y="0"/>
                </a:lnTo>
                <a:lnTo>
                  <a:pt x="1913828" y="1913828"/>
                </a:lnTo>
                <a:lnTo>
                  <a:pt x="0" y="1913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72374">
            <a:off x="10631257" y="5420794"/>
            <a:ext cx="1262441" cy="1262441"/>
          </a:xfrm>
          <a:custGeom>
            <a:avLst/>
            <a:gdLst/>
            <a:ahLst/>
            <a:cxnLst/>
            <a:rect l="l" t="t" r="r" b="b"/>
            <a:pathLst>
              <a:path w="1893662" h="1893662">
                <a:moveTo>
                  <a:pt x="0" y="0"/>
                </a:moveTo>
                <a:lnTo>
                  <a:pt x="1893662" y="0"/>
                </a:lnTo>
                <a:lnTo>
                  <a:pt x="1893662" y="1893662"/>
                </a:lnTo>
                <a:lnTo>
                  <a:pt x="0" y="1893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>
            <a:spLocks noGrp="1"/>
          </p:cNvSpPr>
          <p:nvPr>
            <p:ph type="title" idx="4294967295"/>
          </p:nvPr>
        </p:nvSpPr>
        <p:spPr>
          <a:xfrm>
            <a:off x="1" y="1389592"/>
            <a:ext cx="10990216" cy="80355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Different CV types</a:t>
            </a:r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Auto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Lightning Bolt 11">
            <a:extLst>
              <a:ext uri="{FF2B5EF4-FFF2-40B4-BE49-F238E27FC236}">
                <a16:creationId xmlns:a16="http://schemas.microsoft.com/office/drawing/2014/main" id="{749AB932-00A9-4D65-6C13-0B8ACF9632AB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Lightning Bolt 12">
            <a:extLst>
              <a:ext uri="{FF2B5EF4-FFF2-40B4-BE49-F238E27FC236}">
                <a16:creationId xmlns:a16="http://schemas.microsoft.com/office/drawing/2014/main" id="{C7F2583C-3635-B5C0-EFC1-09D959819C69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E564E405-6046-84F8-17B8-7EC8E8411A4E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Lightning Bolt 14">
            <a:extLst>
              <a:ext uri="{FF2B5EF4-FFF2-40B4-BE49-F238E27FC236}">
                <a16:creationId xmlns:a16="http://schemas.microsoft.com/office/drawing/2014/main" id="{8ECE4098-E24F-DC75-928F-B1AEFC9BDF93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graphicFrame>
        <p:nvGraphicFramePr>
          <p:cNvPr id="18" name="TextBox 7">
            <a:extLst>
              <a:ext uri="{FF2B5EF4-FFF2-40B4-BE49-F238E27FC236}">
                <a16:creationId xmlns:a16="http://schemas.microsoft.com/office/drawing/2014/main" id="{9B35BE8B-3B01-1DEB-60F8-BA988D4392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8365361"/>
              </p:ext>
            </p:extLst>
          </p:nvPr>
        </p:nvGraphicFramePr>
        <p:xfrm>
          <a:off x="472375" y="2226238"/>
          <a:ext cx="9552737" cy="3349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28607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Working space background, introduces CV writing section of this workshop.">
            <a:extLst>
              <a:ext uri="{FF2B5EF4-FFF2-40B4-BE49-F238E27FC236}">
                <a16:creationId xmlns:a16="http://schemas.microsoft.com/office/drawing/2014/main" id="{4C32F583-611B-47C8-AD5A-DA6B0B4BDA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28" r="-1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How to Construct a CV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2557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00C1D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9569">
            <a:off x="10774887" y="3986956"/>
            <a:ext cx="1280180" cy="1280180"/>
          </a:xfrm>
          <a:custGeom>
            <a:avLst/>
            <a:gdLst/>
            <a:ahLst/>
            <a:cxnLst/>
            <a:rect l="l" t="t" r="r" b="b"/>
            <a:pathLst>
              <a:path w="1920270" h="1920270">
                <a:moveTo>
                  <a:pt x="0" y="0"/>
                </a:moveTo>
                <a:lnTo>
                  <a:pt x="1920269" y="0"/>
                </a:lnTo>
                <a:lnTo>
                  <a:pt x="1920269" y="1920270"/>
                </a:lnTo>
                <a:lnTo>
                  <a:pt x="0" y="1920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72374">
            <a:off x="10604563" y="5407379"/>
            <a:ext cx="1285380" cy="1285380"/>
          </a:xfrm>
          <a:custGeom>
            <a:avLst/>
            <a:gdLst/>
            <a:ahLst/>
            <a:cxnLst/>
            <a:rect l="l" t="t" r="r" b="b"/>
            <a:pathLst>
              <a:path w="1928070" h="1928070">
                <a:moveTo>
                  <a:pt x="0" y="0"/>
                </a:moveTo>
                <a:lnTo>
                  <a:pt x="1928070" y="0"/>
                </a:lnTo>
                <a:lnTo>
                  <a:pt x="1928070" y="1928070"/>
                </a:lnTo>
                <a:lnTo>
                  <a:pt x="0" y="1928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>
            <a:spLocks noGrp="1"/>
          </p:cNvSpPr>
          <p:nvPr>
            <p:ph type="title" idx="4294967295"/>
          </p:nvPr>
        </p:nvSpPr>
        <p:spPr>
          <a:xfrm>
            <a:off x="472375" y="1389101"/>
            <a:ext cx="9552737" cy="80926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CV basics</a:t>
            </a:r>
          </a:p>
        </p:txBody>
      </p:sp>
      <p:graphicFrame>
        <p:nvGraphicFramePr>
          <p:cNvPr id="13" name="TextBox 10">
            <a:extLst>
              <a:ext uri="{FF2B5EF4-FFF2-40B4-BE49-F238E27FC236}">
                <a16:creationId xmlns:a16="http://schemas.microsoft.com/office/drawing/2014/main" id="{1866C130-CCEB-572A-2C61-9F51C1F4A7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4337324"/>
              </p:ext>
            </p:extLst>
          </p:nvPr>
        </p:nvGraphicFramePr>
        <p:xfrm>
          <a:off x="472375" y="2226238"/>
          <a:ext cx="9552737" cy="3771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00C1D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9569">
            <a:off x="10774887" y="3986956"/>
            <a:ext cx="1280180" cy="1280180"/>
          </a:xfrm>
          <a:custGeom>
            <a:avLst/>
            <a:gdLst/>
            <a:ahLst/>
            <a:cxnLst/>
            <a:rect l="l" t="t" r="r" b="b"/>
            <a:pathLst>
              <a:path w="1920270" h="1920270">
                <a:moveTo>
                  <a:pt x="0" y="0"/>
                </a:moveTo>
                <a:lnTo>
                  <a:pt x="1920269" y="0"/>
                </a:lnTo>
                <a:lnTo>
                  <a:pt x="1920269" y="1920270"/>
                </a:lnTo>
                <a:lnTo>
                  <a:pt x="0" y="1920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72374">
            <a:off x="10604563" y="5407379"/>
            <a:ext cx="1285380" cy="1285380"/>
          </a:xfrm>
          <a:custGeom>
            <a:avLst/>
            <a:gdLst/>
            <a:ahLst/>
            <a:cxnLst/>
            <a:rect l="l" t="t" r="r" b="b"/>
            <a:pathLst>
              <a:path w="1928070" h="1928070">
                <a:moveTo>
                  <a:pt x="0" y="0"/>
                </a:moveTo>
                <a:lnTo>
                  <a:pt x="1928070" y="0"/>
                </a:lnTo>
                <a:lnTo>
                  <a:pt x="1928070" y="1928070"/>
                </a:lnTo>
                <a:lnTo>
                  <a:pt x="0" y="1928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>
            <a:spLocks noGrp="1"/>
          </p:cNvSpPr>
          <p:nvPr>
            <p:ph type="title" idx="4294967295"/>
          </p:nvPr>
        </p:nvSpPr>
        <p:spPr>
          <a:xfrm>
            <a:off x="472375" y="1389101"/>
            <a:ext cx="9552737" cy="80926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GB" sz="4000" b="1" dirty="0">
                <a:latin typeface="Arial"/>
                <a:cs typeface="Arial"/>
              </a:rPr>
              <a:t>Tailoring a CV</a:t>
            </a:r>
            <a:endParaRPr lang="en-US" sz="40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5" name="TextBox 10">
            <a:extLst>
              <a:ext uri="{FF2B5EF4-FFF2-40B4-BE49-F238E27FC236}">
                <a16:creationId xmlns:a16="http://schemas.microsoft.com/office/drawing/2014/main" id="{139D92B4-A8E3-6FDA-9DAC-7FB9A301C1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1553835"/>
              </p:ext>
            </p:extLst>
          </p:nvPr>
        </p:nvGraphicFramePr>
        <p:xfrm>
          <a:off x="472375" y="1132559"/>
          <a:ext cx="10121128" cy="65574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00C1D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9569">
            <a:off x="10774887" y="3986956"/>
            <a:ext cx="1280180" cy="1280180"/>
          </a:xfrm>
          <a:custGeom>
            <a:avLst/>
            <a:gdLst/>
            <a:ahLst/>
            <a:cxnLst/>
            <a:rect l="l" t="t" r="r" b="b"/>
            <a:pathLst>
              <a:path w="1920270" h="1920270">
                <a:moveTo>
                  <a:pt x="0" y="0"/>
                </a:moveTo>
                <a:lnTo>
                  <a:pt x="1920269" y="0"/>
                </a:lnTo>
                <a:lnTo>
                  <a:pt x="1920269" y="1920270"/>
                </a:lnTo>
                <a:lnTo>
                  <a:pt x="0" y="1920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72374">
            <a:off x="10604563" y="5407379"/>
            <a:ext cx="1285380" cy="1285380"/>
          </a:xfrm>
          <a:custGeom>
            <a:avLst/>
            <a:gdLst/>
            <a:ahLst/>
            <a:cxnLst/>
            <a:rect l="l" t="t" r="r" b="b"/>
            <a:pathLst>
              <a:path w="1928070" h="1928070">
                <a:moveTo>
                  <a:pt x="0" y="0"/>
                </a:moveTo>
                <a:lnTo>
                  <a:pt x="1928070" y="0"/>
                </a:lnTo>
                <a:lnTo>
                  <a:pt x="1928070" y="1928070"/>
                </a:lnTo>
                <a:lnTo>
                  <a:pt x="0" y="1928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472375" y="2226238"/>
            <a:ext cx="9552737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defTabSz="571478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defTabSz="571478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Commercial awareness (or business acumen)</a:t>
            </a:r>
          </a:p>
          <a:p>
            <a:pPr marL="342900" lvl="0" indent="-342900" defTabSz="571478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Communication</a:t>
            </a:r>
          </a:p>
          <a:p>
            <a:pPr marL="342900" lvl="0" indent="-342900" defTabSz="571478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Teamwork</a:t>
            </a:r>
          </a:p>
          <a:p>
            <a:pPr marL="342900" lvl="0" indent="-342900" defTabSz="571478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Negotiation and persuasion</a:t>
            </a:r>
          </a:p>
          <a:p>
            <a:pPr marL="342900" lvl="0" indent="-342900" defTabSz="571478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Problem solving</a:t>
            </a:r>
          </a:p>
          <a:p>
            <a:pPr marL="342900" lvl="0" indent="-342900" defTabSz="571478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Leadership</a:t>
            </a:r>
          </a:p>
          <a:p>
            <a:pPr marL="342900" lvl="0" indent="-342900" defTabSz="571478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Organisation</a:t>
            </a:r>
          </a:p>
          <a:p>
            <a:pPr marL="342900" lvl="0" indent="-342900" defTabSz="571478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Perseverance and motivation</a:t>
            </a:r>
          </a:p>
          <a:p>
            <a:pPr marL="342900" lvl="0" indent="-342900" defTabSz="571478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Ability to work under pressure</a:t>
            </a:r>
          </a:p>
          <a:p>
            <a:pPr marL="342900" lvl="0" indent="-342900" defTabSz="571478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Confidence</a:t>
            </a:r>
          </a:p>
          <a:p>
            <a:pPr lvl="0" defTabSz="571478">
              <a:lnSpc>
                <a:spcPct val="100000"/>
              </a:lnSpc>
              <a:spcBef>
                <a:spcPct val="0"/>
              </a:spcBef>
              <a:defRPr/>
            </a:pPr>
            <a:r>
              <a:rPr lang="en-GB" sz="2400" dirty="0">
                <a:hlinkClick r:id="rId6"/>
              </a:rPr>
              <a:t>10 key job skills graduate recruiters look out for | </a:t>
            </a:r>
            <a:r>
              <a:rPr lang="en-GB" sz="2400" dirty="0" err="1">
                <a:hlinkClick r:id="rId6"/>
              </a:rPr>
              <a:t>targetjobs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1"/>
          <p:cNvSpPr txBox="1">
            <a:spLocks noGrp="1"/>
          </p:cNvSpPr>
          <p:nvPr>
            <p:ph type="title" idx="4294967295"/>
          </p:nvPr>
        </p:nvSpPr>
        <p:spPr>
          <a:xfrm>
            <a:off x="472375" y="1389101"/>
            <a:ext cx="9552737" cy="80926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Top 10 Skills- </a:t>
            </a:r>
            <a:r>
              <a:rPr lang="en-US" sz="4000" b="1" dirty="0" err="1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Targetjobs</a:t>
            </a: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Survey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3C0A96CD-4B1A-DF82-237C-1C3DBC7BD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247" y="643466"/>
            <a:ext cx="894950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874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74518" y="643466"/>
            <a:ext cx="884296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22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3F539F-BA6E-CB42-A6A7-9A4166EFF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Experience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267" y="1810592"/>
            <a:ext cx="9271466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91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3F539F-BA6E-CB42-A6A7-9A4166EFF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Experience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34" y="2928595"/>
            <a:ext cx="5828261" cy="28121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505" y="2935881"/>
            <a:ext cx="5828261" cy="279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94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FFCD0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8"/>
          <p:cNvSpPr txBox="1">
            <a:spLocks noGrp="1"/>
          </p:cNvSpPr>
          <p:nvPr>
            <p:ph type="title" idx="4294967295"/>
          </p:nvPr>
        </p:nvSpPr>
        <p:spPr>
          <a:xfrm>
            <a:off x="1" y="1389592"/>
            <a:ext cx="9553575" cy="80926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does a good profile look like?</a:t>
            </a:r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80910">
            <a:off x="10775186" y="3992812"/>
            <a:ext cx="1285839" cy="1285839"/>
          </a:xfrm>
          <a:custGeom>
            <a:avLst/>
            <a:gdLst/>
            <a:ahLst/>
            <a:cxnLst/>
            <a:rect l="l" t="t" r="r" b="b"/>
            <a:pathLst>
              <a:path w="1928759" h="1928759">
                <a:moveTo>
                  <a:pt x="0" y="0"/>
                </a:moveTo>
                <a:lnTo>
                  <a:pt x="1928759" y="0"/>
                </a:lnTo>
                <a:lnTo>
                  <a:pt x="1928759" y="1928759"/>
                </a:lnTo>
                <a:lnTo>
                  <a:pt x="0" y="1928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6365">
            <a:off x="10608643" y="5427095"/>
            <a:ext cx="1287195" cy="1287195"/>
          </a:xfrm>
          <a:custGeom>
            <a:avLst/>
            <a:gdLst/>
            <a:ahLst/>
            <a:cxnLst/>
            <a:rect l="l" t="t" r="r" b="b"/>
            <a:pathLst>
              <a:path w="1930792" h="1930792">
                <a:moveTo>
                  <a:pt x="0" y="0"/>
                </a:moveTo>
                <a:lnTo>
                  <a:pt x="1930792" y="0"/>
                </a:lnTo>
                <a:lnTo>
                  <a:pt x="1930792" y="1930792"/>
                </a:lnTo>
                <a:lnTo>
                  <a:pt x="0" y="19307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72375" y="2226238"/>
            <a:ext cx="9552737" cy="3772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32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first year Mathematics student who has developed strong numerical skills and the ability to analyse, interpret and examine data from university study.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 experience in accountancy and job roles within the retail and hospitality sectors have developed commercial awareness and business acumen, together with strong customer service and teamworking skills. Now seeking a role in Business Intelligence and Strategy, with a focus on data visualisation and extraction. </a:t>
            </a:r>
          </a:p>
          <a:p>
            <a:pPr marL="0" marR="0" lvl="0" indent="0" algn="l" defTabSz="609630" rtl="0" eaLnBrk="1" fontAlgn="auto" latinLnBrk="0" hangingPunct="1">
              <a:lnSpc>
                <a:spcPts val="32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Lightning Bolt 11">
            <a:extLst>
              <a:ext uri="{FF2B5EF4-FFF2-40B4-BE49-F238E27FC236}">
                <a16:creationId xmlns:a16="http://schemas.microsoft.com/office/drawing/2014/main" id="{B9B81D99-8E54-CA02-D461-DCAE80A50276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Lightning Bolt 12">
            <a:extLst>
              <a:ext uri="{FF2B5EF4-FFF2-40B4-BE49-F238E27FC236}">
                <a16:creationId xmlns:a16="http://schemas.microsoft.com/office/drawing/2014/main" id="{586944FC-5BA3-4940-CD36-2D44A7E376DC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33A84611-0562-819A-943B-E598763E05FF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Lightning Bolt 14">
            <a:extLst>
              <a:ext uri="{FF2B5EF4-FFF2-40B4-BE49-F238E27FC236}">
                <a16:creationId xmlns:a16="http://schemas.microsoft.com/office/drawing/2014/main" id="{29236A5E-28C8-FBB6-5CBB-38ACD3087C78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Lightning Bolt 15">
            <a:extLst>
              <a:ext uri="{FF2B5EF4-FFF2-40B4-BE49-F238E27FC236}">
                <a16:creationId xmlns:a16="http://schemas.microsoft.com/office/drawing/2014/main" id="{DA9630B8-D7B3-882C-D074-20EB49715A44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ghtning Bolt 16">
            <a:extLst>
              <a:ext uri="{FF2B5EF4-FFF2-40B4-BE49-F238E27FC236}">
                <a16:creationId xmlns:a16="http://schemas.microsoft.com/office/drawing/2014/main" id="{1BE41B55-86E6-B3DC-C0AF-E7180BC848A4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FFCD00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8"/>
          <p:cNvSpPr txBox="1">
            <a:spLocks noGrp="1"/>
          </p:cNvSpPr>
          <p:nvPr>
            <p:ph type="title" idx="4294967295"/>
          </p:nvPr>
        </p:nvSpPr>
        <p:spPr>
          <a:xfrm>
            <a:off x="1" y="1389592"/>
            <a:ext cx="9553575" cy="80926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does a good profile look like?</a:t>
            </a:r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80910">
            <a:off x="10775186" y="3992812"/>
            <a:ext cx="1285839" cy="1285839"/>
          </a:xfrm>
          <a:custGeom>
            <a:avLst/>
            <a:gdLst/>
            <a:ahLst/>
            <a:cxnLst/>
            <a:rect l="l" t="t" r="r" b="b"/>
            <a:pathLst>
              <a:path w="1928759" h="1928759">
                <a:moveTo>
                  <a:pt x="0" y="0"/>
                </a:moveTo>
                <a:lnTo>
                  <a:pt x="1928759" y="0"/>
                </a:lnTo>
                <a:lnTo>
                  <a:pt x="1928759" y="1928759"/>
                </a:lnTo>
                <a:lnTo>
                  <a:pt x="0" y="1928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6365">
            <a:off x="10608643" y="5427095"/>
            <a:ext cx="1287195" cy="1287195"/>
          </a:xfrm>
          <a:custGeom>
            <a:avLst/>
            <a:gdLst/>
            <a:ahLst/>
            <a:cxnLst/>
            <a:rect l="l" t="t" r="r" b="b"/>
            <a:pathLst>
              <a:path w="1930792" h="1930792">
                <a:moveTo>
                  <a:pt x="0" y="0"/>
                </a:moveTo>
                <a:lnTo>
                  <a:pt x="1930792" y="0"/>
                </a:lnTo>
                <a:lnTo>
                  <a:pt x="1930792" y="1930792"/>
                </a:lnTo>
                <a:lnTo>
                  <a:pt x="0" y="19307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72375" y="2226238"/>
            <a:ext cx="9552737" cy="4205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32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609630" rtl="0" eaLnBrk="1" fontAlgn="auto" latinLnBrk="0" hangingPunct="1">
              <a:lnSpc>
                <a:spcPts val="32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first year Mathematics student who has developed strong numerical skills and the ability to analyse, interpret and examine data from university study.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 experience in accountancy and job roles within the retail and hospitality sectors have developed commercial awareness and business acumen, together with strong customer service and teamworking skills.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Now seeking a role in Business Intelligence and Strategy, with a focus on data visualisation and extraction. </a:t>
            </a:r>
          </a:p>
          <a:p>
            <a:pPr marL="0" marR="0" lvl="0" indent="0" algn="l" defTabSz="609630" rtl="0" eaLnBrk="1" fontAlgn="auto" latinLnBrk="0" hangingPunct="1">
              <a:lnSpc>
                <a:spcPts val="32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mo"/>
              <a:ea typeface="+mn-ea"/>
              <a:cs typeface="+mn-cs"/>
            </a:endParaRPr>
          </a:p>
        </p:txBody>
      </p:sp>
      <p:sp>
        <p:nvSpPr>
          <p:cNvPr id="12" name="Lightning Bolt 11">
            <a:extLst>
              <a:ext uri="{FF2B5EF4-FFF2-40B4-BE49-F238E27FC236}">
                <a16:creationId xmlns:a16="http://schemas.microsoft.com/office/drawing/2014/main" id="{B9B81D99-8E54-CA02-D461-DCAE80A50276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Lightning Bolt 12">
            <a:extLst>
              <a:ext uri="{FF2B5EF4-FFF2-40B4-BE49-F238E27FC236}">
                <a16:creationId xmlns:a16="http://schemas.microsoft.com/office/drawing/2014/main" id="{586944FC-5BA3-4940-CD36-2D44A7E376DC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33A84611-0562-819A-943B-E598763E05FF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Lightning Bolt 14">
            <a:extLst>
              <a:ext uri="{FF2B5EF4-FFF2-40B4-BE49-F238E27FC236}">
                <a16:creationId xmlns:a16="http://schemas.microsoft.com/office/drawing/2014/main" id="{29236A5E-28C8-FBB6-5CBB-38ACD3087C78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Lightning Bolt 15">
            <a:extLst>
              <a:ext uri="{FF2B5EF4-FFF2-40B4-BE49-F238E27FC236}">
                <a16:creationId xmlns:a16="http://schemas.microsoft.com/office/drawing/2014/main" id="{DA9630B8-D7B3-882C-D074-20EB49715A44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ghtning Bolt 16">
            <a:extLst>
              <a:ext uri="{FF2B5EF4-FFF2-40B4-BE49-F238E27FC236}">
                <a16:creationId xmlns:a16="http://schemas.microsoft.com/office/drawing/2014/main" id="{1BE41B55-86E6-B3DC-C0AF-E7180BC848A4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00C1D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9569">
            <a:off x="10774887" y="3986956"/>
            <a:ext cx="1280180" cy="1280180"/>
          </a:xfrm>
          <a:custGeom>
            <a:avLst/>
            <a:gdLst/>
            <a:ahLst/>
            <a:cxnLst/>
            <a:rect l="l" t="t" r="r" b="b"/>
            <a:pathLst>
              <a:path w="1920270" h="1920270">
                <a:moveTo>
                  <a:pt x="0" y="0"/>
                </a:moveTo>
                <a:lnTo>
                  <a:pt x="1920269" y="0"/>
                </a:lnTo>
                <a:lnTo>
                  <a:pt x="1920269" y="1920270"/>
                </a:lnTo>
                <a:lnTo>
                  <a:pt x="0" y="1920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72374">
            <a:off x="10604563" y="5407379"/>
            <a:ext cx="1285380" cy="1285380"/>
          </a:xfrm>
          <a:custGeom>
            <a:avLst/>
            <a:gdLst/>
            <a:ahLst/>
            <a:cxnLst/>
            <a:rect l="l" t="t" r="r" b="b"/>
            <a:pathLst>
              <a:path w="1928070" h="1928070">
                <a:moveTo>
                  <a:pt x="0" y="0"/>
                </a:moveTo>
                <a:lnTo>
                  <a:pt x="1928070" y="0"/>
                </a:lnTo>
                <a:lnTo>
                  <a:pt x="1928070" y="1928070"/>
                </a:lnTo>
                <a:lnTo>
                  <a:pt x="0" y="1928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>
            <a:spLocks noGrp="1"/>
          </p:cNvSpPr>
          <p:nvPr>
            <p:ph type="title" idx="4294967295"/>
          </p:nvPr>
        </p:nvSpPr>
        <p:spPr>
          <a:xfrm>
            <a:off x="472375" y="1389101"/>
            <a:ext cx="9552737" cy="80926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  <a:endParaRPr lang="en-US" sz="40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3" name="TextBox 10">
            <a:extLst>
              <a:ext uri="{FF2B5EF4-FFF2-40B4-BE49-F238E27FC236}">
                <a16:creationId xmlns:a16="http://schemas.microsoft.com/office/drawing/2014/main" id="{41ADFB16-4B4D-24A1-3FA5-39534D28C5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9486238"/>
              </p:ext>
            </p:extLst>
          </p:nvPr>
        </p:nvGraphicFramePr>
        <p:xfrm>
          <a:off x="472375" y="2226238"/>
          <a:ext cx="9552737" cy="4196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00C1D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9569">
            <a:off x="10774887" y="3986956"/>
            <a:ext cx="1280180" cy="1280180"/>
          </a:xfrm>
          <a:custGeom>
            <a:avLst/>
            <a:gdLst/>
            <a:ahLst/>
            <a:cxnLst/>
            <a:rect l="l" t="t" r="r" b="b"/>
            <a:pathLst>
              <a:path w="1920270" h="1920270">
                <a:moveTo>
                  <a:pt x="0" y="0"/>
                </a:moveTo>
                <a:lnTo>
                  <a:pt x="1920269" y="0"/>
                </a:lnTo>
                <a:lnTo>
                  <a:pt x="1920269" y="1920270"/>
                </a:lnTo>
                <a:lnTo>
                  <a:pt x="0" y="1920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72374">
            <a:off x="10604563" y="5407379"/>
            <a:ext cx="1285380" cy="1285380"/>
          </a:xfrm>
          <a:custGeom>
            <a:avLst/>
            <a:gdLst/>
            <a:ahLst/>
            <a:cxnLst/>
            <a:rect l="l" t="t" r="r" b="b"/>
            <a:pathLst>
              <a:path w="1928070" h="1928070">
                <a:moveTo>
                  <a:pt x="0" y="0"/>
                </a:moveTo>
                <a:lnTo>
                  <a:pt x="1928070" y="0"/>
                </a:lnTo>
                <a:lnTo>
                  <a:pt x="1928070" y="1928070"/>
                </a:lnTo>
                <a:lnTo>
                  <a:pt x="0" y="1928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>
            <a:spLocks noGrp="1"/>
          </p:cNvSpPr>
          <p:nvPr>
            <p:ph type="title" idx="4294967295"/>
          </p:nvPr>
        </p:nvSpPr>
        <p:spPr>
          <a:xfrm>
            <a:off x="472375" y="1389101"/>
            <a:ext cx="9552737" cy="81458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Work experience/placements</a:t>
            </a:r>
            <a:endParaRPr lang="en-US" sz="4000" dirty="0">
              <a:solidFill>
                <a:srgbClr val="000000"/>
              </a:solidFill>
              <a:latin typeface="SerifaBEFOP-Medium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4F2435-0B27-F0A0-0EC4-DD2006050852}"/>
              </a:ext>
            </a:extLst>
          </p:cNvPr>
          <p:cNvSpPr txBox="1"/>
          <p:nvPr/>
        </p:nvSpPr>
        <p:spPr>
          <a:xfrm>
            <a:off x="472374" y="2495749"/>
            <a:ext cx="912447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Introductory lines??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Bullet-points: concise and specific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What did you observe and learn in terms of </a:t>
            </a:r>
            <a:r>
              <a:rPr lang="en-GB" sz="2400" u="sng" dirty="0">
                <a:latin typeface="Arial" panose="020B0604020202020204" pitchFamily="34" charset="0"/>
                <a:cs typeface="Arial" panose="020B0604020202020204" pitchFamily="34" charset="0"/>
              </a:rPr>
              <a:t>both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work and practice </a:t>
            </a:r>
            <a:r>
              <a:rPr lang="en-GB" sz="2400" u="sng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What did you do- main duties &amp; achievements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Technical skills developed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Transferable skills developed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00C1D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9569">
            <a:off x="10774887" y="3986956"/>
            <a:ext cx="1280180" cy="1280180"/>
          </a:xfrm>
          <a:custGeom>
            <a:avLst/>
            <a:gdLst/>
            <a:ahLst/>
            <a:cxnLst/>
            <a:rect l="l" t="t" r="r" b="b"/>
            <a:pathLst>
              <a:path w="1920270" h="1920270">
                <a:moveTo>
                  <a:pt x="0" y="0"/>
                </a:moveTo>
                <a:lnTo>
                  <a:pt x="1920269" y="0"/>
                </a:lnTo>
                <a:lnTo>
                  <a:pt x="1920269" y="1920270"/>
                </a:lnTo>
                <a:lnTo>
                  <a:pt x="0" y="1920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72374">
            <a:off x="10604563" y="5407379"/>
            <a:ext cx="1285380" cy="1285380"/>
          </a:xfrm>
          <a:custGeom>
            <a:avLst/>
            <a:gdLst/>
            <a:ahLst/>
            <a:cxnLst/>
            <a:rect l="l" t="t" r="r" b="b"/>
            <a:pathLst>
              <a:path w="1928070" h="1928070">
                <a:moveTo>
                  <a:pt x="0" y="0"/>
                </a:moveTo>
                <a:lnTo>
                  <a:pt x="1928070" y="0"/>
                </a:lnTo>
                <a:lnTo>
                  <a:pt x="1928070" y="1928070"/>
                </a:lnTo>
                <a:lnTo>
                  <a:pt x="0" y="1928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472375" y="2226238"/>
            <a:ext cx="9552737" cy="258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Introductory lines??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Bullet-points: concise and specific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What did you do- main duties, responsibilities &amp; </a:t>
            </a:r>
            <a:r>
              <a:rPr lang="en-GB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achievements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Promoted or selected?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Illustrate </a:t>
            </a:r>
            <a:r>
              <a:rPr lang="en-GB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GB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you developed key transferable skills and attributes</a:t>
            </a:r>
          </a:p>
        </p:txBody>
      </p:sp>
      <p:sp>
        <p:nvSpPr>
          <p:cNvPr id="11" name="TextBox 11"/>
          <p:cNvSpPr txBox="1">
            <a:spLocks noGrp="1"/>
          </p:cNvSpPr>
          <p:nvPr>
            <p:ph type="title" idx="4294967295"/>
          </p:nvPr>
        </p:nvSpPr>
        <p:spPr>
          <a:xfrm>
            <a:off x="472375" y="1389101"/>
            <a:ext cx="9552737" cy="80926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Employment/work history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00C1D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9569">
            <a:off x="10774887" y="3986956"/>
            <a:ext cx="1280180" cy="1280180"/>
          </a:xfrm>
          <a:custGeom>
            <a:avLst/>
            <a:gdLst/>
            <a:ahLst/>
            <a:cxnLst/>
            <a:rect l="l" t="t" r="r" b="b"/>
            <a:pathLst>
              <a:path w="1920270" h="1920270">
                <a:moveTo>
                  <a:pt x="0" y="0"/>
                </a:moveTo>
                <a:lnTo>
                  <a:pt x="1920269" y="0"/>
                </a:lnTo>
                <a:lnTo>
                  <a:pt x="1920269" y="1920270"/>
                </a:lnTo>
                <a:lnTo>
                  <a:pt x="0" y="1920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72374">
            <a:off x="10604563" y="5407379"/>
            <a:ext cx="1285380" cy="1285380"/>
          </a:xfrm>
          <a:custGeom>
            <a:avLst/>
            <a:gdLst/>
            <a:ahLst/>
            <a:cxnLst/>
            <a:rect l="l" t="t" r="r" b="b"/>
            <a:pathLst>
              <a:path w="1928070" h="1928070">
                <a:moveTo>
                  <a:pt x="0" y="0"/>
                </a:moveTo>
                <a:lnTo>
                  <a:pt x="1928070" y="0"/>
                </a:lnTo>
                <a:lnTo>
                  <a:pt x="1928070" y="1928070"/>
                </a:lnTo>
                <a:lnTo>
                  <a:pt x="0" y="1928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472375" y="2226238"/>
            <a:ext cx="9552737" cy="4078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Additional skills: “Hard”/technical e.g. IT, Languages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Achievements: Extra-curricular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Achievements: Academic- prizes or awards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Positions of responsibility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Interests</a:t>
            </a:r>
          </a:p>
          <a:p>
            <a:pPr defTabSz="609630">
              <a:lnSpc>
                <a:spcPts val="3267"/>
              </a:lnSpc>
            </a:pPr>
            <a:endParaRPr lang="en-US" sz="2333" dirty="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1" name="TextBox 11"/>
          <p:cNvSpPr txBox="1">
            <a:spLocks noGrp="1"/>
          </p:cNvSpPr>
          <p:nvPr>
            <p:ph type="title" idx="4294967295"/>
          </p:nvPr>
        </p:nvSpPr>
        <p:spPr>
          <a:xfrm>
            <a:off x="472375" y="1389101"/>
            <a:ext cx="9552737" cy="80926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Additional information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00C1D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9569">
            <a:off x="10774887" y="3986956"/>
            <a:ext cx="1280180" cy="1280180"/>
          </a:xfrm>
          <a:custGeom>
            <a:avLst/>
            <a:gdLst/>
            <a:ahLst/>
            <a:cxnLst/>
            <a:rect l="l" t="t" r="r" b="b"/>
            <a:pathLst>
              <a:path w="1920270" h="1920270">
                <a:moveTo>
                  <a:pt x="0" y="0"/>
                </a:moveTo>
                <a:lnTo>
                  <a:pt x="1920269" y="0"/>
                </a:lnTo>
                <a:lnTo>
                  <a:pt x="1920269" y="1920270"/>
                </a:lnTo>
                <a:lnTo>
                  <a:pt x="0" y="1920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72374">
            <a:off x="10604563" y="5407379"/>
            <a:ext cx="1285380" cy="1285380"/>
          </a:xfrm>
          <a:custGeom>
            <a:avLst/>
            <a:gdLst/>
            <a:ahLst/>
            <a:cxnLst/>
            <a:rect l="l" t="t" r="r" b="b"/>
            <a:pathLst>
              <a:path w="1928070" h="1928070">
                <a:moveTo>
                  <a:pt x="0" y="0"/>
                </a:moveTo>
                <a:lnTo>
                  <a:pt x="1928070" y="0"/>
                </a:lnTo>
                <a:lnTo>
                  <a:pt x="1928070" y="1928070"/>
                </a:lnTo>
                <a:lnTo>
                  <a:pt x="0" y="1928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472375" y="2226238"/>
            <a:ext cx="9552737" cy="253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buNone/>
            </a:pPr>
            <a:endParaRPr lang="en-GB" sz="2000" b="1" dirty="0">
              <a:latin typeface="Arial"/>
              <a:cs typeface="Calibri" panose="020F0502020204030204"/>
            </a:endParaRPr>
          </a:p>
          <a:p>
            <a:pPr marL="0" indent="0">
              <a:buNone/>
            </a:pPr>
            <a:r>
              <a:rPr lang="en-GB" sz="2400" b="1" dirty="0">
                <a:latin typeface="Arial"/>
                <a:cs typeface="Calibri" panose="020F0502020204030204"/>
              </a:rPr>
              <a:t>IT skills: </a:t>
            </a:r>
            <a:r>
              <a:rPr lang="en-GB" sz="2400" dirty="0">
                <a:latin typeface="Arial"/>
                <a:cs typeface="Calibri" panose="020F0502020204030204"/>
              </a:rPr>
              <a:t>Proficient in the use of Microsoft packages, including Excel and Access to create spreadsheets and analyse complex data sets. </a:t>
            </a:r>
          </a:p>
          <a:p>
            <a:pPr marL="0" indent="0">
              <a:buNone/>
            </a:pPr>
            <a:r>
              <a:rPr lang="en-GB" sz="2400" b="1" dirty="0">
                <a:latin typeface="Arial"/>
                <a:cs typeface="Calibri" panose="020F0502020204030204"/>
              </a:rPr>
              <a:t>Languages: </a:t>
            </a:r>
            <a:r>
              <a:rPr lang="en-GB" sz="2400" dirty="0">
                <a:latin typeface="Arial"/>
                <a:cs typeface="Calibri" panose="020F0502020204030204"/>
              </a:rPr>
              <a:t>Fluent spoken and written French and a good conversational knowledge of Spanish.</a:t>
            </a:r>
          </a:p>
          <a:p>
            <a:pPr marL="0" indent="0">
              <a:buNone/>
            </a:pPr>
            <a:r>
              <a:rPr lang="en-GB" sz="2400" b="1" dirty="0">
                <a:latin typeface="Arial"/>
                <a:cs typeface="Calibri" panose="020F0502020204030204"/>
              </a:rPr>
              <a:t>Driving: </a:t>
            </a:r>
            <a:r>
              <a:rPr lang="en-GB" sz="2400" dirty="0">
                <a:latin typeface="Arial"/>
                <a:cs typeface="Calibri" panose="020F0502020204030204"/>
              </a:rPr>
              <a:t>Full UK driving licence</a:t>
            </a:r>
            <a:endParaRPr lang="en-GB" sz="2400" b="1" dirty="0">
              <a:latin typeface="Arial"/>
              <a:cs typeface="Calibri" panose="020F0502020204030204"/>
            </a:endParaRPr>
          </a:p>
          <a:p>
            <a:pPr defTabSz="609630">
              <a:lnSpc>
                <a:spcPts val="3267"/>
              </a:lnSpc>
            </a:pPr>
            <a:endParaRPr lang="en-US" sz="2333" dirty="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1" name="TextBox 11"/>
          <p:cNvSpPr txBox="1">
            <a:spLocks noGrp="1"/>
          </p:cNvSpPr>
          <p:nvPr>
            <p:ph type="title" idx="4294967295"/>
          </p:nvPr>
        </p:nvSpPr>
        <p:spPr>
          <a:xfrm>
            <a:off x="472375" y="1389101"/>
            <a:ext cx="9552737" cy="8159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Additional skills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00C1D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9569">
            <a:off x="10774887" y="3986956"/>
            <a:ext cx="1280180" cy="1280180"/>
          </a:xfrm>
          <a:custGeom>
            <a:avLst/>
            <a:gdLst/>
            <a:ahLst/>
            <a:cxnLst/>
            <a:rect l="l" t="t" r="r" b="b"/>
            <a:pathLst>
              <a:path w="1920270" h="1920270">
                <a:moveTo>
                  <a:pt x="0" y="0"/>
                </a:moveTo>
                <a:lnTo>
                  <a:pt x="1920269" y="0"/>
                </a:lnTo>
                <a:lnTo>
                  <a:pt x="1920269" y="1920270"/>
                </a:lnTo>
                <a:lnTo>
                  <a:pt x="0" y="1920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72374">
            <a:off x="10604563" y="5407379"/>
            <a:ext cx="1285380" cy="1285380"/>
          </a:xfrm>
          <a:custGeom>
            <a:avLst/>
            <a:gdLst/>
            <a:ahLst/>
            <a:cxnLst/>
            <a:rect l="l" t="t" r="r" b="b"/>
            <a:pathLst>
              <a:path w="1928070" h="1928070">
                <a:moveTo>
                  <a:pt x="0" y="0"/>
                </a:moveTo>
                <a:lnTo>
                  <a:pt x="1928070" y="0"/>
                </a:lnTo>
                <a:lnTo>
                  <a:pt x="1928070" y="1928070"/>
                </a:lnTo>
                <a:lnTo>
                  <a:pt x="0" y="1928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>
            <a:spLocks noGrp="1"/>
          </p:cNvSpPr>
          <p:nvPr>
            <p:ph type="title" idx="4294967295"/>
          </p:nvPr>
        </p:nvSpPr>
        <p:spPr>
          <a:xfrm>
            <a:off x="472375" y="1389101"/>
            <a:ext cx="9552737" cy="8159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Interests &amp; achievements </a:t>
            </a:r>
          </a:p>
        </p:txBody>
      </p:sp>
      <p:graphicFrame>
        <p:nvGraphicFramePr>
          <p:cNvPr id="14" name="TextBox 10">
            <a:extLst>
              <a:ext uri="{FF2B5EF4-FFF2-40B4-BE49-F238E27FC236}">
                <a16:creationId xmlns:a16="http://schemas.microsoft.com/office/drawing/2014/main" id="{9408E3F1-082B-43EF-A547-0485220B80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8682807"/>
              </p:ext>
            </p:extLst>
          </p:nvPr>
        </p:nvGraphicFramePr>
        <p:xfrm>
          <a:off x="472375" y="2226238"/>
          <a:ext cx="9552737" cy="3508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7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8015D7F-63A8-4ABB-8A20-7806C770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1">
            <a:extLst>
              <a:ext uri="{FF2B5EF4-FFF2-40B4-BE49-F238E27FC236}">
                <a16:creationId xmlns:a16="http://schemas.microsoft.com/office/drawing/2014/main" id="{A51A8D27-202B-4B8A-9DC2-137903454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5" name="Rectangle 13">
            <a:extLst>
              <a:ext uri="{FF2B5EF4-FFF2-40B4-BE49-F238E27FC236}">
                <a16:creationId xmlns:a16="http://schemas.microsoft.com/office/drawing/2014/main" id="{4332A719-8055-492B-9B72-3D654C09F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C5F81162-7738-4BC8-BA5D-ADEFD7F2D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3042" y="-1044"/>
            <a:ext cx="6175647" cy="6859043"/>
          </a:xfrm>
          <a:prstGeom prst="rect">
            <a:avLst/>
          </a:prstGeom>
          <a:solidFill>
            <a:schemeClr val="bg1"/>
          </a:solidFill>
          <a:ln w="1206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ED7D31">
                  <a:lumMod val="40000"/>
                  <a:lumOff val="6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 descr="In the next section, we will look at writing an effective covering letter to accompany the CV.">
            <a:extLst>
              <a:ext uri="{FF2B5EF4-FFF2-40B4-BE49-F238E27FC236}">
                <a16:creationId xmlns:a16="http://schemas.microsoft.com/office/drawing/2014/main" id="{88DC6057-3F26-CD36-03C4-31879EF2E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5848" y="555128"/>
            <a:ext cx="5465463" cy="1499915"/>
          </a:xfrm>
        </p:spPr>
        <p:txBody>
          <a:bodyPr anchor="b">
            <a:normAutofit/>
          </a:bodyPr>
          <a:lstStyle/>
          <a:p>
            <a:pPr algn="ctr"/>
            <a:r>
              <a:rPr lang="en-GB" sz="4000" b="1" dirty="0">
                <a:latin typeface="Arial"/>
                <a:cs typeface="Arial"/>
              </a:rPr>
              <a:t>How to write a great covering letter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EDA1A-AF48-12D6-74F7-C71974617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5848" y="2959729"/>
            <a:ext cx="5465463" cy="334107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A tightly written covering letter can be a very persuasive selling tool. It highlights the candidate’s interest in the organisation and the position, and will highlight some leading achievements from the CV. 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It will lead the employer to the CV and hopefully the employer will read the CV for longer at the initial stage and thus a candidate is more likely to be shortlisted for the next stage. </a:t>
            </a:r>
          </a:p>
          <a:p>
            <a:pPr marL="0" indent="0">
              <a:buNone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It is the appetiser, with the CV being the main course!</a:t>
            </a:r>
          </a:p>
          <a:p>
            <a:pPr marL="0" indent="0">
              <a:buNone/>
            </a:pPr>
            <a:endParaRPr lang="en-GB" sz="1800" dirty="0">
              <a:latin typeface="Arial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73816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8982" y="1901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FF6A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9182">
            <a:off x="10795066" y="4007482"/>
            <a:ext cx="1275886" cy="1275886"/>
          </a:xfrm>
          <a:custGeom>
            <a:avLst/>
            <a:gdLst/>
            <a:ahLst/>
            <a:cxnLst/>
            <a:rect l="l" t="t" r="r" b="b"/>
            <a:pathLst>
              <a:path w="1913829" h="1913829">
                <a:moveTo>
                  <a:pt x="0" y="0"/>
                </a:moveTo>
                <a:lnTo>
                  <a:pt x="1913828" y="0"/>
                </a:lnTo>
                <a:lnTo>
                  <a:pt x="1913828" y="1913828"/>
                </a:lnTo>
                <a:lnTo>
                  <a:pt x="0" y="1913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72374">
            <a:off x="10631257" y="5420794"/>
            <a:ext cx="1262441" cy="1262441"/>
          </a:xfrm>
          <a:custGeom>
            <a:avLst/>
            <a:gdLst/>
            <a:ahLst/>
            <a:cxnLst/>
            <a:rect l="l" t="t" r="r" b="b"/>
            <a:pathLst>
              <a:path w="1893662" h="1893662">
                <a:moveTo>
                  <a:pt x="0" y="0"/>
                </a:moveTo>
                <a:lnTo>
                  <a:pt x="1893662" y="0"/>
                </a:lnTo>
                <a:lnTo>
                  <a:pt x="1893662" y="1893662"/>
                </a:lnTo>
                <a:lnTo>
                  <a:pt x="0" y="1893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420124" y="2728027"/>
            <a:ext cx="9552737" cy="4052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One side- tight and concise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Opening paragraph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Points to cover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Avoid rambling and meandering- keep to the point and keep points together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Avoid writing a “life story”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Final closing paragraph</a:t>
            </a:r>
          </a:p>
          <a:p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Bring in experience and achievements to back up, illustrate and support your points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333" dirty="0">
              <a:solidFill>
                <a:srgbClr val="000000"/>
              </a:solidFill>
              <a:latin typeface="Arimo"/>
            </a:endParaRPr>
          </a:p>
        </p:txBody>
      </p:sp>
      <p:sp>
        <p:nvSpPr>
          <p:cNvPr id="8" name="TextBox 8"/>
          <p:cNvSpPr txBox="1">
            <a:spLocks noGrp="1"/>
          </p:cNvSpPr>
          <p:nvPr>
            <p:ph type="title" idx="4294967295"/>
          </p:nvPr>
        </p:nvSpPr>
        <p:spPr>
          <a:xfrm>
            <a:off x="1" y="1389592"/>
            <a:ext cx="9553575" cy="8159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Covering letter- technique</a:t>
            </a:r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Auto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Lightning Bolt 11">
            <a:extLst>
              <a:ext uri="{FF2B5EF4-FFF2-40B4-BE49-F238E27FC236}">
                <a16:creationId xmlns:a16="http://schemas.microsoft.com/office/drawing/2014/main" id="{749AB932-00A9-4D65-6C13-0B8ACF9632AB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Lightning Bolt 12">
            <a:extLst>
              <a:ext uri="{FF2B5EF4-FFF2-40B4-BE49-F238E27FC236}">
                <a16:creationId xmlns:a16="http://schemas.microsoft.com/office/drawing/2014/main" id="{C7F2583C-3635-B5C0-EFC1-09D959819C69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E564E405-6046-84F8-17B8-7EC8E8411A4E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Lightning Bolt 14">
            <a:extLst>
              <a:ext uri="{FF2B5EF4-FFF2-40B4-BE49-F238E27FC236}">
                <a16:creationId xmlns:a16="http://schemas.microsoft.com/office/drawing/2014/main" id="{8ECE4098-E24F-DC75-928F-B1AEFC9BDF93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2238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8982" y="1901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FF6A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9182">
            <a:off x="10795066" y="4007482"/>
            <a:ext cx="1275886" cy="1275886"/>
          </a:xfrm>
          <a:custGeom>
            <a:avLst/>
            <a:gdLst/>
            <a:ahLst/>
            <a:cxnLst/>
            <a:rect l="l" t="t" r="r" b="b"/>
            <a:pathLst>
              <a:path w="1913829" h="1913829">
                <a:moveTo>
                  <a:pt x="0" y="0"/>
                </a:moveTo>
                <a:lnTo>
                  <a:pt x="1913828" y="0"/>
                </a:lnTo>
                <a:lnTo>
                  <a:pt x="1913828" y="1913828"/>
                </a:lnTo>
                <a:lnTo>
                  <a:pt x="0" y="1913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72374">
            <a:off x="10631257" y="5420794"/>
            <a:ext cx="1262441" cy="1262441"/>
          </a:xfrm>
          <a:custGeom>
            <a:avLst/>
            <a:gdLst/>
            <a:ahLst/>
            <a:cxnLst/>
            <a:rect l="l" t="t" r="r" b="b"/>
            <a:pathLst>
              <a:path w="1893662" h="1893662">
                <a:moveTo>
                  <a:pt x="0" y="0"/>
                </a:moveTo>
                <a:lnTo>
                  <a:pt x="1893662" y="0"/>
                </a:lnTo>
                <a:lnTo>
                  <a:pt x="1893662" y="1893662"/>
                </a:lnTo>
                <a:lnTo>
                  <a:pt x="0" y="1893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301635" y="2493288"/>
            <a:ext cx="9553575" cy="335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Tx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Why that position?</a:t>
            </a:r>
          </a:p>
          <a:p>
            <a:pPr>
              <a:buFontTx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Career goals &amp; ambitions: work areas and specialisms of interest </a:t>
            </a:r>
          </a:p>
          <a:p>
            <a:pPr>
              <a:buFontTx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Why that company/organisation?</a:t>
            </a:r>
          </a:p>
          <a:p>
            <a:pPr>
              <a:buFontTx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Why you are a good candidate</a:t>
            </a:r>
          </a:p>
          <a:p>
            <a:pPr>
              <a:buFontTx/>
              <a:buChar char="•"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Sell yourself: skills &amp; qualities, backed up by </a:t>
            </a:r>
            <a:r>
              <a:rPr lang="en-GB" alt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evidence</a:t>
            </a:r>
          </a:p>
          <a:p>
            <a:pPr>
              <a:buFontTx/>
              <a:buChar char="•"/>
            </a:pPr>
            <a:endParaRPr lang="en-GB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Bring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in experience and achievements to back up, illustrate and support your points </a:t>
            </a:r>
          </a:p>
          <a:p>
            <a:pPr defTabSz="609630">
              <a:lnSpc>
                <a:spcPts val="3267"/>
              </a:lnSpc>
            </a:pPr>
            <a:endParaRPr lang="en-US" sz="2333" dirty="0">
              <a:solidFill>
                <a:srgbClr val="000000"/>
              </a:solidFill>
              <a:latin typeface="Arimo"/>
            </a:endParaRPr>
          </a:p>
        </p:txBody>
      </p:sp>
      <p:sp>
        <p:nvSpPr>
          <p:cNvPr id="8" name="TextBox 8"/>
          <p:cNvSpPr txBox="1">
            <a:spLocks noGrp="1"/>
          </p:cNvSpPr>
          <p:nvPr>
            <p:ph type="title" idx="4294967295"/>
          </p:nvPr>
        </p:nvSpPr>
        <p:spPr>
          <a:xfrm>
            <a:off x="1" y="1389592"/>
            <a:ext cx="9553575" cy="82394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Covering letter- points to cover</a:t>
            </a:r>
            <a:endParaRPr lang="en-US" sz="4000" dirty="0">
              <a:solidFill>
                <a:srgbClr val="000000"/>
              </a:solidFill>
              <a:latin typeface="SerifaBEFOP-Medium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Auto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Lightning Bolt 11">
            <a:extLst>
              <a:ext uri="{FF2B5EF4-FFF2-40B4-BE49-F238E27FC236}">
                <a16:creationId xmlns:a16="http://schemas.microsoft.com/office/drawing/2014/main" id="{749AB932-00A9-4D65-6C13-0B8ACF9632AB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Lightning Bolt 12">
            <a:extLst>
              <a:ext uri="{FF2B5EF4-FFF2-40B4-BE49-F238E27FC236}">
                <a16:creationId xmlns:a16="http://schemas.microsoft.com/office/drawing/2014/main" id="{C7F2583C-3635-B5C0-EFC1-09D959819C69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E564E405-6046-84F8-17B8-7EC8E8411A4E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Lightning Bolt 14">
            <a:extLst>
              <a:ext uri="{FF2B5EF4-FFF2-40B4-BE49-F238E27FC236}">
                <a16:creationId xmlns:a16="http://schemas.microsoft.com/office/drawing/2014/main" id="{8ECE4098-E24F-DC75-928F-B1AEFC9BDF93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8873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8982" y="1901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FF6A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9182">
            <a:off x="10795066" y="4007482"/>
            <a:ext cx="1275886" cy="1275886"/>
          </a:xfrm>
          <a:custGeom>
            <a:avLst/>
            <a:gdLst/>
            <a:ahLst/>
            <a:cxnLst/>
            <a:rect l="l" t="t" r="r" b="b"/>
            <a:pathLst>
              <a:path w="1913829" h="1913829">
                <a:moveTo>
                  <a:pt x="0" y="0"/>
                </a:moveTo>
                <a:lnTo>
                  <a:pt x="1913828" y="0"/>
                </a:lnTo>
                <a:lnTo>
                  <a:pt x="1913828" y="1913828"/>
                </a:lnTo>
                <a:lnTo>
                  <a:pt x="0" y="1913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72374">
            <a:off x="10631257" y="5420794"/>
            <a:ext cx="1262441" cy="1262441"/>
          </a:xfrm>
          <a:custGeom>
            <a:avLst/>
            <a:gdLst/>
            <a:ahLst/>
            <a:cxnLst/>
            <a:rect l="l" t="t" r="r" b="b"/>
            <a:pathLst>
              <a:path w="1893662" h="1893662">
                <a:moveTo>
                  <a:pt x="0" y="0"/>
                </a:moveTo>
                <a:lnTo>
                  <a:pt x="1893662" y="0"/>
                </a:lnTo>
                <a:lnTo>
                  <a:pt x="1893662" y="1893662"/>
                </a:lnTo>
                <a:lnTo>
                  <a:pt x="0" y="1893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498501" y="2879381"/>
            <a:ext cx="9552737" cy="2970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/>
                <a:cs typeface="Calibri" panose="020F0502020204030204"/>
              </a:rPr>
              <a:t>Your address, top right, but not your name, name goes bottom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/>
                <a:cs typeface="Calibri" panose="020F0502020204030204"/>
              </a:rPr>
              <a:t>Space to date underneath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/>
                <a:cs typeface="Calibri" panose="020F0502020204030204"/>
              </a:rPr>
              <a:t>Employer’s address top left, one space under date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/>
                <a:cs typeface="Calibri" panose="020F0502020204030204"/>
              </a:rPr>
              <a:t>Dear Mr/Mrs/Ms etc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/>
                <a:cs typeface="Calibri" panose="020F0502020204030204"/>
              </a:rPr>
              <a:t>Bold title 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/>
                <a:cs typeface="Calibri" panose="020F0502020204030204"/>
              </a:rPr>
              <a:t>Yours sincerely- named person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/>
                <a:cs typeface="Calibri" panose="020F0502020204030204"/>
              </a:rPr>
              <a:t>Yours faithfully- no named person </a:t>
            </a:r>
          </a:p>
          <a:p>
            <a:pPr>
              <a:lnSpc>
                <a:spcPts val="3267"/>
              </a:lnSpc>
            </a:pPr>
            <a:endParaRPr lang="en-US" sz="2333" dirty="0">
              <a:solidFill>
                <a:srgbClr val="000000"/>
              </a:solidFill>
              <a:latin typeface="Arimo"/>
            </a:endParaRPr>
          </a:p>
        </p:txBody>
      </p:sp>
      <p:sp>
        <p:nvSpPr>
          <p:cNvPr id="8" name="TextBox 8"/>
          <p:cNvSpPr txBox="1">
            <a:spLocks noGrp="1"/>
          </p:cNvSpPr>
          <p:nvPr>
            <p:ph type="title" idx="4294967295"/>
          </p:nvPr>
        </p:nvSpPr>
        <p:spPr>
          <a:xfrm>
            <a:off x="1" y="1389592"/>
            <a:ext cx="9553575" cy="8159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Letter writing technique</a:t>
            </a:r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Auto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Lightning Bolt 11">
            <a:extLst>
              <a:ext uri="{FF2B5EF4-FFF2-40B4-BE49-F238E27FC236}">
                <a16:creationId xmlns:a16="http://schemas.microsoft.com/office/drawing/2014/main" id="{749AB932-00A9-4D65-6C13-0B8ACF9632AB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/>
          </a:p>
        </p:txBody>
      </p:sp>
      <p:sp>
        <p:nvSpPr>
          <p:cNvPr id="13" name="Lightning Bolt 12">
            <a:extLst>
              <a:ext uri="{FF2B5EF4-FFF2-40B4-BE49-F238E27FC236}">
                <a16:creationId xmlns:a16="http://schemas.microsoft.com/office/drawing/2014/main" id="{C7F2583C-3635-B5C0-EFC1-09D959819C69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/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E564E405-6046-84F8-17B8-7EC8E8411A4E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/>
          </a:p>
        </p:txBody>
      </p:sp>
      <p:sp>
        <p:nvSpPr>
          <p:cNvPr id="15" name="Lightning Bolt 14">
            <a:extLst>
              <a:ext uri="{FF2B5EF4-FFF2-40B4-BE49-F238E27FC236}">
                <a16:creationId xmlns:a16="http://schemas.microsoft.com/office/drawing/2014/main" id="{8ECE4098-E24F-DC75-928F-B1AEFC9BDF93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/>
          </a:p>
        </p:txBody>
      </p:sp>
    </p:spTree>
    <p:extLst>
      <p:ext uri="{BB962C8B-B14F-4D97-AF65-F5344CB8AC3E}">
        <p14:creationId xmlns:p14="http://schemas.microsoft.com/office/powerpoint/2010/main" val="412391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8982" y="19010"/>
            <a:ext cx="12192000" cy="1132558"/>
            <a:chOff x="0" y="0"/>
            <a:chExt cx="4816593" cy="4474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7430"/>
            </a:xfrm>
            <a:custGeom>
              <a:avLst/>
              <a:gdLst/>
              <a:ahLst/>
              <a:cxnLst/>
              <a:rect l="l" t="t" r="r" b="b"/>
              <a:pathLst>
                <a:path w="4816592" h="447430">
                  <a:moveTo>
                    <a:pt x="0" y="0"/>
                  </a:moveTo>
                  <a:lnTo>
                    <a:pt x="4816592" y="0"/>
                  </a:lnTo>
                  <a:lnTo>
                    <a:pt x="4816592" y="447430"/>
                  </a:lnTo>
                  <a:lnTo>
                    <a:pt x="0" y="447430"/>
                  </a:lnTo>
                  <a:close/>
                </a:path>
              </a:pathLst>
            </a:custGeom>
            <a:solidFill>
              <a:srgbClr val="FF6A00"/>
            </a:solidFill>
          </p:spPr>
          <p:txBody>
            <a:bodyPr/>
            <a:lstStyle/>
            <a:p>
              <a:pPr defTabSz="609630"/>
              <a:endParaRPr lang="en-GB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209182">
            <a:off x="10795066" y="4007482"/>
            <a:ext cx="1275886" cy="1275886"/>
          </a:xfrm>
          <a:custGeom>
            <a:avLst/>
            <a:gdLst/>
            <a:ahLst/>
            <a:cxnLst/>
            <a:rect l="l" t="t" r="r" b="b"/>
            <a:pathLst>
              <a:path w="1913829" h="1913829">
                <a:moveTo>
                  <a:pt x="0" y="0"/>
                </a:moveTo>
                <a:lnTo>
                  <a:pt x="1913828" y="0"/>
                </a:lnTo>
                <a:lnTo>
                  <a:pt x="1913828" y="1913828"/>
                </a:lnTo>
                <a:lnTo>
                  <a:pt x="0" y="1913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defTabSz="609630"/>
            <a:endParaRPr lang="en-GB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172374">
            <a:off x="10631257" y="5420794"/>
            <a:ext cx="1262441" cy="1262441"/>
          </a:xfrm>
          <a:custGeom>
            <a:avLst/>
            <a:gdLst/>
            <a:ahLst/>
            <a:cxnLst/>
            <a:rect l="l" t="t" r="r" b="b"/>
            <a:pathLst>
              <a:path w="1893662" h="1893662">
                <a:moveTo>
                  <a:pt x="0" y="0"/>
                </a:moveTo>
                <a:lnTo>
                  <a:pt x="1893662" y="0"/>
                </a:lnTo>
                <a:lnTo>
                  <a:pt x="1893662" y="1893662"/>
                </a:lnTo>
                <a:lnTo>
                  <a:pt x="0" y="1893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defTabSz="609630"/>
            <a:endParaRPr lang="en-GB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72375" y="2226238"/>
            <a:ext cx="9552737" cy="6733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267"/>
              </a:lnSpc>
            </a:pPr>
            <a:endParaRPr lang="en-U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hlinkClick r:id="rId5"/>
            </a:endParaRPr>
          </a:p>
          <a:p>
            <a:pPr defTabSz="609630">
              <a:lnSpc>
                <a:spcPts val="3267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CV 360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gives feedback on your CV, and areas to develop</a:t>
            </a:r>
          </a:p>
          <a:p>
            <a:pPr defTabSz="609630">
              <a:lnSpc>
                <a:spcPts val="3267"/>
              </a:lnSpc>
            </a:pPr>
            <a:endParaRPr lang="en-U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609630">
              <a:lnSpc>
                <a:spcPts val="3267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CV Builder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- helps you to put a CV together </a:t>
            </a:r>
          </a:p>
          <a:p>
            <a:pPr defTabSz="609630">
              <a:lnSpc>
                <a:spcPts val="3267"/>
              </a:lnSpc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609630">
              <a:lnSpc>
                <a:spcPts val="3267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CV and Covering Letters guide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- Careers Service guide to CVs and covering letters</a:t>
            </a:r>
          </a:p>
          <a:p>
            <a:pPr defTabSz="609630">
              <a:lnSpc>
                <a:spcPts val="3267"/>
              </a:lnSpc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609630">
              <a:lnSpc>
                <a:spcPts val="3267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Graduate Prospects guide to CVs and Covering Letters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609630">
              <a:lnSpc>
                <a:spcPts val="3267"/>
              </a:lnSpc>
            </a:pPr>
            <a:endParaRPr lang="en-US" sz="2400" dirty="0"/>
          </a:p>
          <a:p>
            <a:pPr defTabSz="609630">
              <a:lnSpc>
                <a:spcPts val="3267"/>
              </a:lnSpc>
            </a:pPr>
            <a:endParaRPr lang="en-GB" sz="2400" dirty="0"/>
          </a:p>
          <a:p>
            <a:pPr defTabSz="609630">
              <a:lnSpc>
                <a:spcPts val="3267"/>
              </a:lnSpc>
            </a:pPr>
            <a:endParaRPr lang="en-GB" sz="2400" dirty="0"/>
          </a:p>
          <a:p>
            <a:pPr defTabSz="609630">
              <a:lnSpc>
                <a:spcPts val="3267"/>
              </a:lnSpc>
            </a:pPr>
            <a:endParaRPr lang="en-US" sz="2400" dirty="0"/>
          </a:p>
          <a:p>
            <a:pPr defTabSz="609630">
              <a:lnSpc>
                <a:spcPts val="3267"/>
              </a:lnSpc>
            </a:pPr>
            <a:endParaRPr lang="en-US" sz="2333" dirty="0">
              <a:solidFill>
                <a:srgbClr val="000000"/>
              </a:solidFill>
              <a:latin typeface="Arimo"/>
            </a:endParaRPr>
          </a:p>
          <a:p>
            <a:pPr defTabSz="609630">
              <a:lnSpc>
                <a:spcPts val="3267"/>
              </a:lnSpc>
            </a:pPr>
            <a:endParaRPr lang="en-US" sz="2333" dirty="0">
              <a:solidFill>
                <a:srgbClr val="000000"/>
              </a:solidFill>
              <a:latin typeface="Arimo"/>
            </a:endParaRPr>
          </a:p>
          <a:p>
            <a:pPr defTabSz="609630">
              <a:lnSpc>
                <a:spcPts val="3267"/>
              </a:lnSpc>
            </a:pPr>
            <a:r>
              <a:rPr lang="en-US" sz="2333" dirty="0">
                <a:solidFill>
                  <a:srgbClr val="000000"/>
                </a:solidFill>
                <a:latin typeface="Arimo"/>
              </a:rPr>
              <a:t> </a:t>
            </a:r>
          </a:p>
        </p:txBody>
      </p:sp>
      <p:sp>
        <p:nvSpPr>
          <p:cNvPr id="8" name="TextBox 8"/>
          <p:cNvSpPr txBox="1">
            <a:spLocks noGrp="1"/>
          </p:cNvSpPr>
          <p:nvPr>
            <p:ph type="title" idx="4294967295"/>
          </p:nvPr>
        </p:nvSpPr>
        <p:spPr>
          <a:xfrm>
            <a:off x="1" y="1389592"/>
            <a:ext cx="9553575" cy="80926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7150"/>
              </a:lnSpc>
              <a:spcBef>
                <a:spcPts val="0"/>
              </a:spcBef>
              <a:defRPr/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Useful resources</a:t>
            </a:r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1158" y="121084"/>
            <a:ext cx="1505150" cy="903090"/>
          </a:xfrm>
          <a:custGeom>
            <a:avLst/>
            <a:gdLst/>
            <a:ahLst/>
            <a:cxnLst/>
            <a:rect l="l" t="t" r="r" b="b"/>
            <a:pathLst>
              <a:path w="2257725" h="1354635">
                <a:moveTo>
                  <a:pt x="0" y="0"/>
                </a:moveTo>
                <a:lnTo>
                  <a:pt x="2257726" y="0"/>
                </a:lnTo>
                <a:lnTo>
                  <a:pt x="2257726" y="1354635"/>
                </a:lnTo>
                <a:lnTo>
                  <a:pt x="0" y="13546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pPr defTabSz="609630"/>
            <a:endParaRPr lang="en-GB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635" y="192267"/>
            <a:ext cx="1886212" cy="721277"/>
          </a:xfrm>
          <a:custGeom>
            <a:avLst/>
            <a:gdLst/>
            <a:ahLst/>
            <a:cxnLst/>
            <a:rect l="l" t="t" r="r" b="b"/>
            <a:pathLst>
              <a:path w="2829318" h="1081916">
                <a:moveTo>
                  <a:pt x="0" y="0"/>
                </a:moveTo>
                <a:lnTo>
                  <a:pt x="2829319" y="0"/>
                </a:lnTo>
                <a:lnTo>
                  <a:pt x="2829319" y="1081916"/>
                </a:lnTo>
                <a:lnTo>
                  <a:pt x="0" y="10819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pPr defTabSz="609630"/>
            <a:endParaRPr lang="en-GB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Auto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407573" y="217679"/>
            <a:ext cx="0" cy="69720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en-GB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Lightning Bolt 11">
            <a:extLst>
              <a:ext uri="{FF2B5EF4-FFF2-40B4-BE49-F238E27FC236}">
                <a16:creationId xmlns:a16="http://schemas.microsoft.com/office/drawing/2014/main" id="{749AB932-00A9-4D65-6C13-0B8ACF9632AB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Lightning Bolt 12">
            <a:extLst>
              <a:ext uri="{FF2B5EF4-FFF2-40B4-BE49-F238E27FC236}">
                <a16:creationId xmlns:a16="http://schemas.microsoft.com/office/drawing/2014/main" id="{C7F2583C-3635-B5C0-EFC1-09D959819C69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E564E405-6046-84F8-17B8-7EC8E8411A4E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Lightning Bolt 14">
            <a:extLst>
              <a:ext uri="{FF2B5EF4-FFF2-40B4-BE49-F238E27FC236}">
                <a16:creationId xmlns:a16="http://schemas.microsoft.com/office/drawing/2014/main" id="{8ECE4098-E24F-DC75-928F-B1AEFC9BDF93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GB" sz="120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8864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C6057-3F26-CD36-03C4-31879EF2E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Thank you for listening!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EDA1A-AF48-12D6-74F7-C71974617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GB" sz="2000" dirty="0">
              <a:cs typeface="Calibri" panose="020F0502020204030204"/>
            </a:endParaRPr>
          </a:p>
          <a:p>
            <a:pPr marL="0" indent="0">
              <a:buNone/>
            </a:pPr>
            <a:endParaRPr lang="en-GB" sz="2000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Any questions!!!</a:t>
            </a:r>
          </a:p>
        </p:txBody>
      </p:sp>
      <p:pic>
        <p:nvPicPr>
          <p:cNvPr id="11" name="Picture 4" descr="Sticky notes with question marks. This slide indicates that we will take questions in the next section. ">
            <a:extLst>
              <a:ext uri="{FF2B5EF4-FFF2-40B4-BE49-F238E27FC236}">
                <a16:creationId xmlns:a16="http://schemas.microsoft.com/office/drawing/2014/main" id="{01A28598-5089-0EB5-3648-1044FD0757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62" r="26219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ECF4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088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e36173ae-5143-426b-828a-4f1fd56091be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1028</Words>
  <Application>Microsoft Office PowerPoint</Application>
  <PresentationFormat>Widescreen</PresentationFormat>
  <Paragraphs>166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Arimo</vt:lpstr>
      <vt:lpstr>Calibri</vt:lpstr>
      <vt:lpstr>Calibri Light</vt:lpstr>
      <vt:lpstr>SerifaBEFOP-Medium</vt:lpstr>
      <vt:lpstr>1_Office Theme</vt:lpstr>
      <vt:lpstr>2_Office Theme</vt:lpstr>
      <vt:lpstr>3_Office Theme</vt:lpstr>
      <vt:lpstr>office theme</vt:lpstr>
      <vt:lpstr>4_Office Theme</vt:lpstr>
      <vt:lpstr>How to Write a Great CV</vt:lpstr>
      <vt:lpstr>Go to Menti.com</vt:lpstr>
      <vt:lpstr>How long will an employer spend looking at your CV?</vt:lpstr>
      <vt:lpstr>How long will an employer spend looking at your CV?</vt:lpstr>
      <vt:lpstr>Different CV types</vt:lpstr>
      <vt:lpstr>How to Construct a CV</vt:lpstr>
      <vt:lpstr>CV basics</vt:lpstr>
      <vt:lpstr>Tailoring a CV</vt:lpstr>
      <vt:lpstr>Top 10 Skills- Targetjobs Survey</vt:lpstr>
      <vt:lpstr>PowerPoint Presentation</vt:lpstr>
      <vt:lpstr>PowerPoint Presentation</vt:lpstr>
      <vt:lpstr>Experience</vt:lpstr>
      <vt:lpstr>Experience</vt:lpstr>
      <vt:lpstr>What does a good profile look like?</vt:lpstr>
      <vt:lpstr>What does a good profile look like?</vt:lpstr>
      <vt:lpstr>Education</vt:lpstr>
      <vt:lpstr>Work experience/placements</vt:lpstr>
      <vt:lpstr>Employment/work history</vt:lpstr>
      <vt:lpstr>Additional information</vt:lpstr>
      <vt:lpstr>Additional skills </vt:lpstr>
      <vt:lpstr>Interests &amp; achievements </vt:lpstr>
      <vt:lpstr>How to write a great covering letter </vt:lpstr>
      <vt:lpstr>Covering letter- technique</vt:lpstr>
      <vt:lpstr>Covering letter- points to cover</vt:lpstr>
      <vt:lpstr>Letter writing technique</vt:lpstr>
      <vt:lpstr> Useful resources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Write a Great CV</dc:title>
  <dc:creator>Nick Touati</dc:creator>
  <cp:lastModifiedBy>Nick Touati</cp:lastModifiedBy>
  <cp:revision>4</cp:revision>
  <dcterms:created xsi:type="dcterms:W3CDTF">2023-10-27T09:22:26Z</dcterms:created>
  <dcterms:modified xsi:type="dcterms:W3CDTF">2025-11-11T14:59:29Z</dcterms:modified>
</cp:coreProperties>
</file>